
<file path=[Content_Types].xml><?xml version="1.0" encoding="utf-8"?>
<Types xmlns="http://schemas.openxmlformats.org/package/2006/content-types">
  <Default Extension="emf" ContentType="image/x-emf"/>
  <Default Extension="jpeg" ContentType="image/jpeg"/>
  <Default Extension="jpg" ContentType="image/jpeg"/>
  <Default Extension="mov" ContentType="video/quicktime"/>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17"/>
  </p:notesMasterIdLst>
  <p:handoutMasterIdLst>
    <p:handoutMasterId r:id="rId18"/>
  </p:handoutMasterIdLst>
  <p:sldIdLst>
    <p:sldId id="303" r:id="rId2"/>
    <p:sldId id="566" r:id="rId3"/>
    <p:sldId id="581" r:id="rId4"/>
    <p:sldId id="569" r:id="rId5"/>
    <p:sldId id="570" r:id="rId6"/>
    <p:sldId id="571" r:id="rId7"/>
    <p:sldId id="565" r:id="rId8"/>
    <p:sldId id="572" r:id="rId9"/>
    <p:sldId id="573" r:id="rId10"/>
    <p:sldId id="551" r:id="rId11"/>
    <p:sldId id="576" r:id="rId12"/>
    <p:sldId id="577" r:id="rId13"/>
    <p:sldId id="578" r:id="rId14"/>
    <p:sldId id="579" r:id="rId15"/>
    <p:sldId id="580" r:id="rId16"/>
  </p:sldIdLst>
  <p:sldSz cx="12192000" cy="6858000"/>
  <p:notesSz cx="9144000" cy="6858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2600"/>
    <a:srgbClr val="FF2F92"/>
    <a:srgbClr val="AB7942"/>
    <a:srgbClr val="FFD579"/>
    <a:srgbClr val="7A81FF"/>
    <a:srgbClr val="D883FF"/>
    <a:srgbClr val="FF85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18603FDC-E32A-4AB5-989C-0864C3EAD2B8}" styleName="Themed Style 2 - Accent 2">
    <a:tblBg>
      <a:fillRef idx="3">
        <a:schemeClr val="accent2"/>
      </a:fillRef>
      <a:effectRef idx="3">
        <a:schemeClr val="accent2"/>
      </a:effectRef>
    </a:tblBg>
    <a:wholeTbl>
      <a:tcTxStyle>
        <a:fontRef idx="minor">
          <a:scrgbClr r="0" g="0" b="0"/>
        </a:fontRef>
        <a:schemeClr val="lt1"/>
      </a:tcTxStyle>
      <a:tcStyle>
        <a:tcBdr>
          <a:left>
            <a:lnRef idx="1">
              <a:schemeClr val="accent2">
                <a:tint val="50000"/>
              </a:schemeClr>
            </a:lnRef>
          </a:left>
          <a:right>
            <a:lnRef idx="1">
              <a:schemeClr val="accent2">
                <a:tint val="50000"/>
              </a:schemeClr>
            </a:lnRef>
          </a:right>
          <a:top>
            <a:lnRef idx="1">
              <a:schemeClr val="accent2">
                <a:tint val="50000"/>
              </a:schemeClr>
            </a:lnRef>
          </a:top>
          <a:bottom>
            <a:lnRef idx="1">
              <a:schemeClr val="accent2">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38B1855-1B75-4FBE-930C-398BA8C253C6}" styleName="Themed Style 2 - Accent 6">
    <a:tblBg>
      <a:fillRef idx="3">
        <a:schemeClr val="accent6"/>
      </a:fillRef>
      <a:effectRef idx="3">
        <a:schemeClr val="accent6"/>
      </a:effectRef>
    </a:tblBg>
    <a:wholeTbl>
      <a:tcTxStyle>
        <a:fontRef idx="minor">
          <a:scrgbClr r="0" g="0" b="0"/>
        </a:fontRef>
        <a:schemeClr val="lt1"/>
      </a:tcTxStyle>
      <a:tcStyle>
        <a:tcBdr>
          <a:left>
            <a:lnRef idx="1">
              <a:schemeClr val="accent6">
                <a:tint val="50000"/>
              </a:schemeClr>
            </a:lnRef>
          </a:left>
          <a:right>
            <a:lnRef idx="1">
              <a:schemeClr val="accent6">
                <a:tint val="50000"/>
              </a:schemeClr>
            </a:lnRef>
          </a:right>
          <a:top>
            <a:lnRef idx="1">
              <a:schemeClr val="accent6">
                <a:tint val="50000"/>
              </a:schemeClr>
            </a:lnRef>
          </a:top>
          <a:bottom>
            <a:lnRef idx="1">
              <a:schemeClr val="accent6">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46F890A9-2807-4EBB-B81D-B2AA78EC7F39}" styleName="Dark Style 2 - Accent 5/Accent 6">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5">
              <a:tint val="20000"/>
            </a:schemeClr>
          </a:solidFill>
        </a:fill>
      </a:tcStyle>
    </a:lastRow>
    <a:firstRow>
      <a:tcTxStyle b="on">
        <a:fontRef idx="minor">
          <a:scrgbClr r="0" g="0" b="0"/>
        </a:fontRef>
        <a:schemeClr val="lt1"/>
      </a:tcTxStyle>
      <a:tcStyle>
        <a:tcBdr/>
        <a:fill>
          <a:solidFill>
            <a:schemeClr val="accent6"/>
          </a:solidFill>
        </a:fill>
      </a:tcStyle>
    </a:firstRow>
  </a:tblStyle>
  <a:tblStyle styleId="{91EBBBCC-DAD2-459C-BE2E-F6DE35CF9A28}" styleName="Dark Style 2 - Accent 3/Accent 4">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3">
              <a:tint val="20000"/>
            </a:schemeClr>
          </a:solidFill>
        </a:fill>
      </a:tcStyle>
    </a:lastRow>
    <a:firstRow>
      <a:tcTxStyle b="on">
        <a:fontRef idx="minor">
          <a:scrgbClr r="0" g="0" b="0"/>
        </a:fontRef>
        <a:schemeClr val="lt1"/>
      </a:tcTxStyle>
      <a:tcStyle>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5521"/>
    <p:restoredTop sz="75374"/>
  </p:normalViewPr>
  <p:slideViewPr>
    <p:cSldViewPr snapToGrid="0" snapToObjects="1">
      <p:cViewPr varScale="1">
        <p:scale>
          <a:sx n="95" d="100"/>
          <a:sy n="95" d="100"/>
        </p:scale>
        <p:origin x="1200" y="176"/>
      </p:cViewPr>
      <p:guideLst>
        <p:guide orient="horz" pos="2160"/>
        <p:guide pos="3840"/>
      </p:guideLst>
    </p:cSldViewPr>
  </p:slideViewPr>
  <p:notesTextViewPr>
    <p:cViewPr>
      <p:scale>
        <a:sx n="150" d="100"/>
        <a:sy n="150" d="100"/>
      </p:scale>
      <p:origin x="0" y="0"/>
    </p:cViewPr>
  </p:notesTextViewPr>
  <p:notesViewPr>
    <p:cSldViewPr snapToGrid="0" snapToObjects="1">
      <p:cViewPr varScale="1">
        <p:scale>
          <a:sx n="99" d="100"/>
          <a:sy n="99" d="100"/>
        </p:scale>
        <p:origin x="3160" y="184"/>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handoutMaster" Target="handoutMasters/handout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4091"/>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5179484" y="0"/>
            <a:ext cx="3962400" cy="344091"/>
          </a:xfrm>
          <a:prstGeom prst="rect">
            <a:avLst/>
          </a:prstGeom>
        </p:spPr>
        <p:txBody>
          <a:bodyPr vert="horz" lIns="91440" tIns="45720" rIns="91440" bIns="45720" rtlCol="0"/>
          <a:lstStyle>
            <a:lvl1pPr algn="r">
              <a:defRPr sz="1200"/>
            </a:lvl1pPr>
          </a:lstStyle>
          <a:p>
            <a:fld id="{88389790-147C-7748-A8A1-65FAC8A20F72}" type="datetimeFigureOut">
              <a:rPr lang="en-US" smtClean="0"/>
              <a:t>3/20/26</a:t>
            </a:fld>
            <a:endParaRPr lang="en-US"/>
          </a:p>
        </p:txBody>
      </p:sp>
      <p:sp>
        <p:nvSpPr>
          <p:cNvPr id="4" name="Footer Placeholder 3"/>
          <p:cNvSpPr>
            <a:spLocks noGrp="1"/>
          </p:cNvSpPr>
          <p:nvPr>
            <p:ph type="ftr" sz="quarter" idx="2"/>
          </p:nvPr>
        </p:nvSpPr>
        <p:spPr>
          <a:xfrm>
            <a:off x="0" y="6513910"/>
            <a:ext cx="3962400" cy="34409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5179484" y="6513910"/>
            <a:ext cx="3962400" cy="344090"/>
          </a:xfrm>
          <a:prstGeom prst="rect">
            <a:avLst/>
          </a:prstGeom>
        </p:spPr>
        <p:txBody>
          <a:bodyPr vert="horz" lIns="91440" tIns="45720" rIns="91440" bIns="45720" rtlCol="0" anchor="b"/>
          <a:lstStyle>
            <a:lvl1pPr algn="r">
              <a:defRPr sz="1200"/>
            </a:lvl1pPr>
          </a:lstStyle>
          <a:p>
            <a:fld id="{31187C3C-3B4A-A94C-9469-5678414FBFB8}" type="slidenum">
              <a:rPr lang="en-US" smtClean="0"/>
              <a:t>‹#›</a:t>
            </a:fld>
            <a:endParaRPr lang="en-US"/>
          </a:p>
        </p:txBody>
      </p:sp>
    </p:spTree>
    <p:extLst>
      <p:ext uri="{BB962C8B-B14F-4D97-AF65-F5344CB8AC3E}">
        <p14:creationId xmlns:p14="http://schemas.microsoft.com/office/powerpoint/2010/main" val="8209896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4091"/>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5179484" y="0"/>
            <a:ext cx="3962400" cy="344091"/>
          </a:xfrm>
          <a:prstGeom prst="rect">
            <a:avLst/>
          </a:prstGeom>
        </p:spPr>
        <p:txBody>
          <a:bodyPr vert="horz" lIns="91440" tIns="45720" rIns="91440" bIns="45720" rtlCol="0"/>
          <a:lstStyle>
            <a:lvl1pPr algn="r">
              <a:defRPr sz="1200"/>
            </a:lvl1pPr>
          </a:lstStyle>
          <a:p>
            <a:fld id="{48CB77B6-7185-9642-B594-FCD5D893C7A0}" type="datetimeFigureOut">
              <a:rPr lang="en-US" smtClean="0"/>
              <a:t>3/20/26</a:t>
            </a:fld>
            <a:endParaRPr lang="en-US"/>
          </a:p>
        </p:txBody>
      </p:sp>
      <p:sp>
        <p:nvSpPr>
          <p:cNvPr id="4" name="Slide Image Placeholder 3"/>
          <p:cNvSpPr>
            <a:spLocks noGrp="1" noRot="1" noChangeAspect="1"/>
          </p:cNvSpPr>
          <p:nvPr>
            <p:ph type="sldImg" idx="2"/>
          </p:nvPr>
        </p:nvSpPr>
        <p:spPr>
          <a:xfrm>
            <a:off x="2514600" y="857250"/>
            <a:ext cx="4114800" cy="231457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914400" y="3300412"/>
            <a:ext cx="7315200" cy="2700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6513910"/>
            <a:ext cx="3962400" cy="34409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5179484" y="6513910"/>
            <a:ext cx="3962400" cy="344090"/>
          </a:xfrm>
          <a:prstGeom prst="rect">
            <a:avLst/>
          </a:prstGeom>
        </p:spPr>
        <p:txBody>
          <a:bodyPr vert="horz" lIns="91440" tIns="45720" rIns="91440" bIns="45720" rtlCol="0" anchor="b"/>
          <a:lstStyle>
            <a:lvl1pPr algn="r">
              <a:defRPr sz="1200"/>
            </a:lvl1pPr>
          </a:lstStyle>
          <a:p>
            <a:fld id="{0A193586-FEB5-7C43-8F44-7EFAE4EECA28}" type="slidenum">
              <a:rPr lang="en-US" smtClean="0"/>
              <a:t>‹#›</a:t>
            </a:fld>
            <a:endParaRPr lang="en-US"/>
          </a:p>
        </p:txBody>
      </p:sp>
    </p:spTree>
    <p:extLst>
      <p:ext uri="{BB962C8B-B14F-4D97-AF65-F5344CB8AC3E}">
        <p14:creationId xmlns:p14="http://schemas.microsoft.com/office/powerpoint/2010/main" val="2811076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3" Type="http://schemas.openxmlformats.org/officeDocument/2006/relationships/hyperlink" Target="https://events.linuxfoundation.org/r-medicine/attend/code-of-conduct/" TargetMode="External"/><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sym typeface="Wingdings" pitchFamily="2" charset="2"/>
              </a:rPr>
              <a:t>Start 11:02 AM</a:t>
            </a:r>
          </a:p>
          <a:p>
            <a:endParaRPr lang="en-US" dirty="0">
              <a:sym typeface="Wingdings" pitchFamily="2" charset="2"/>
            </a:endParaRPr>
          </a:p>
          <a:p>
            <a:r>
              <a:rPr lang="en-US" dirty="0">
                <a:sym typeface="Wingdings" pitchFamily="2" charset="2"/>
              </a:rPr>
              <a:t>Hello and welcome to the R/Medicine pre-conference workshop Intro to R for Clinical Data!</a:t>
            </a:r>
          </a:p>
        </p:txBody>
      </p:sp>
      <p:sp>
        <p:nvSpPr>
          <p:cNvPr id="4" name="Slide Number Placeholder 3"/>
          <p:cNvSpPr>
            <a:spLocks noGrp="1"/>
          </p:cNvSpPr>
          <p:nvPr>
            <p:ph type="sldNum" sz="quarter" idx="10"/>
          </p:nvPr>
        </p:nvSpPr>
        <p:spPr/>
        <p:txBody>
          <a:bodyPr/>
          <a:lstStyle/>
          <a:p>
            <a:fld id="{DD65BEC1-91A9-F040-80A2-A1EC33E8D6DB}" type="slidenum">
              <a:rPr lang="en-US" smtClean="0">
                <a:solidFill>
                  <a:prstClr val="black"/>
                </a:solidFill>
              </a:rPr>
              <a:pPr/>
              <a:t>1</a:t>
            </a:fld>
            <a:endParaRPr lang="en-US">
              <a:solidFill>
                <a:prstClr val="black"/>
              </a:solidFill>
            </a:endParaRPr>
          </a:p>
        </p:txBody>
      </p:sp>
    </p:spTree>
    <p:extLst>
      <p:ext uri="{BB962C8B-B14F-4D97-AF65-F5344CB8AC3E}">
        <p14:creationId xmlns:p14="http://schemas.microsoft.com/office/powerpoint/2010/main" val="144291817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name is Rich Hanna, I am the data science manager for cell and gene therapy informatics at the Children’s Hospital of Philadelphia.</a:t>
            </a:r>
          </a:p>
          <a:p>
            <a:endParaRPr lang="en-US" dirty="0"/>
          </a:p>
          <a:p>
            <a:r>
              <a:rPr lang="en-US" dirty="0"/>
              <a:t>I have been programming in R for about 8 years now in the medical space and have a background in biomedical engineering.</a:t>
            </a:r>
          </a:p>
        </p:txBody>
      </p:sp>
      <p:sp>
        <p:nvSpPr>
          <p:cNvPr id="4" name="Slide Number Placeholder 3"/>
          <p:cNvSpPr>
            <a:spLocks noGrp="1"/>
          </p:cNvSpPr>
          <p:nvPr>
            <p:ph type="sldNum" sz="quarter" idx="10"/>
          </p:nvPr>
        </p:nvSpPr>
        <p:spPr/>
        <p:txBody>
          <a:bodyPr/>
          <a:lstStyle/>
          <a:p>
            <a:fld id="{0A193586-FEB5-7C43-8F44-7EFAE4EECA28}" type="slidenum">
              <a:rPr lang="en-US" smtClean="0"/>
              <a:t>2</a:t>
            </a:fld>
            <a:endParaRPr lang="en-US"/>
          </a:p>
        </p:txBody>
      </p:sp>
    </p:spTree>
    <p:extLst>
      <p:ext uri="{BB962C8B-B14F-4D97-AF65-F5344CB8AC3E}">
        <p14:creationId xmlns:p14="http://schemas.microsoft.com/office/powerpoint/2010/main" val="28092074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9A2B4B-0C6D-37B1-AF1C-FE0B9CD3765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49EC8CB-C48D-4DEA-0C3A-62D80ECF0C9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D45DD9E-7917-BFDC-EF13-C18E03361CF7}"/>
              </a:ext>
            </a:extLst>
          </p:cNvPr>
          <p:cNvSpPr>
            <a:spLocks noGrp="1"/>
          </p:cNvSpPr>
          <p:nvPr>
            <p:ph type="body" idx="1"/>
          </p:nvPr>
        </p:nvSpPr>
        <p:spPr/>
        <p:txBody>
          <a:bodyPr/>
          <a:lstStyle/>
          <a:p>
            <a:r>
              <a:rPr lang="en-US" dirty="0"/>
              <a:t>Joining me in presenting today is Ezra Porter. Ezra is also on the CGT Informatics team as lead data scientist. He has a background in statistics and is instrumental in our team’s model development and application design and extensive R </a:t>
            </a:r>
            <a:r>
              <a:rPr lang="en-US"/>
              <a:t>programming experience.</a:t>
            </a:r>
            <a:endParaRPr lang="en-US" dirty="0"/>
          </a:p>
        </p:txBody>
      </p:sp>
      <p:sp>
        <p:nvSpPr>
          <p:cNvPr id="4" name="Slide Number Placeholder 3">
            <a:extLst>
              <a:ext uri="{FF2B5EF4-FFF2-40B4-BE49-F238E27FC236}">
                <a16:creationId xmlns:a16="http://schemas.microsoft.com/office/drawing/2014/main" id="{0014DDF1-F896-AE09-4786-0B379053B397}"/>
              </a:ext>
            </a:extLst>
          </p:cNvPr>
          <p:cNvSpPr>
            <a:spLocks noGrp="1"/>
          </p:cNvSpPr>
          <p:nvPr>
            <p:ph type="sldNum" sz="quarter" idx="10"/>
          </p:nvPr>
        </p:nvSpPr>
        <p:spPr/>
        <p:txBody>
          <a:bodyPr/>
          <a:lstStyle/>
          <a:p>
            <a:fld id="{0A193586-FEB5-7C43-8F44-7EFAE4EECA28}" type="slidenum">
              <a:rPr lang="en-US" smtClean="0"/>
              <a:t>3</a:t>
            </a:fld>
            <a:endParaRPr lang="en-US"/>
          </a:p>
        </p:txBody>
      </p:sp>
    </p:spTree>
    <p:extLst>
      <p:ext uri="{BB962C8B-B14F-4D97-AF65-F5344CB8AC3E}">
        <p14:creationId xmlns:p14="http://schemas.microsoft.com/office/powerpoint/2010/main" val="14529911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We’re also fortunate today to have several TA’s who will be available to monitor the chat and help you with any issues you might be experiencing.</a:t>
            </a:r>
          </a:p>
        </p:txBody>
      </p:sp>
      <p:sp>
        <p:nvSpPr>
          <p:cNvPr id="4" name="Slide Number Placeholder 3"/>
          <p:cNvSpPr>
            <a:spLocks noGrp="1"/>
          </p:cNvSpPr>
          <p:nvPr>
            <p:ph type="sldNum" sz="quarter" idx="5"/>
          </p:nvPr>
        </p:nvSpPr>
        <p:spPr/>
        <p:txBody>
          <a:bodyPr/>
          <a:lstStyle/>
          <a:p>
            <a:fld id="{0A193586-FEB5-7C43-8F44-7EFAE4EECA28}" type="slidenum">
              <a:rPr lang="en-US" smtClean="0"/>
              <a:t>4</a:t>
            </a:fld>
            <a:endParaRPr lang="en-US"/>
          </a:p>
        </p:txBody>
      </p:sp>
    </p:spTree>
    <p:extLst>
      <p:ext uri="{BB962C8B-B14F-4D97-AF65-F5344CB8AC3E}">
        <p14:creationId xmlns:p14="http://schemas.microsoft.com/office/powerpoint/2010/main" val="278852039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A193586-FEB5-7C43-8F44-7EFAE4EECA28}" type="slidenum">
              <a:rPr lang="en-US" smtClean="0"/>
              <a:t>5</a:t>
            </a:fld>
            <a:endParaRPr lang="en-US"/>
          </a:p>
        </p:txBody>
      </p:sp>
    </p:spTree>
    <p:extLst>
      <p:ext uri="{BB962C8B-B14F-4D97-AF65-F5344CB8AC3E}">
        <p14:creationId xmlns:p14="http://schemas.microsoft.com/office/powerpoint/2010/main" val="214041158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main part of the workshop will be webinar style, with everyone in one big session, and participants will be muted and cameras off. We are recording the main session for replay.</a:t>
            </a:r>
          </a:p>
          <a:p>
            <a:endParaRPr lang="en-US" dirty="0"/>
          </a:p>
          <a:p>
            <a:r>
              <a:rPr lang="en-US" dirty="0"/>
              <a:t>We will have one or two breakout sessions. For the breakouts, we encourage you to participate by turning on your microphone. We also encourage you to turn on your camera, if you are comfortable, but that's completely up to you. We won't record breakout sessions.</a:t>
            </a:r>
          </a:p>
        </p:txBody>
      </p:sp>
      <p:sp>
        <p:nvSpPr>
          <p:cNvPr id="4" name="Slide Number Placeholder 3"/>
          <p:cNvSpPr>
            <a:spLocks noGrp="1"/>
          </p:cNvSpPr>
          <p:nvPr>
            <p:ph type="sldNum" sz="quarter" idx="5"/>
          </p:nvPr>
        </p:nvSpPr>
        <p:spPr/>
        <p:txBody>
          <a:bodyPr/>
          <a:lstStyle/>
          <a:p>
            <a:fld id="{0A193586-FEB5-7C43-8F44-7EFAE4EECA28}" type="slidenum">
              <a:rPr lang="en-US" smtClean="0"/>
              <a:t>6</a:t>
            </a:fld>
            <a:endParaRPr lang="en-US"/>
          </a:p>
        </p:txBody>
      </p:sp>
    </p:spTree>
    <p:extLst>
      <p:ext uri="{BB962C8B-B14F-4D97-AF65-F5344CB8AC3E}">
        <p14:creationId xmlns:p14="http://schemas.microsoft.com/office/powerpoint/2010/main" val="82528884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main Zoom window. On the bottom you should be able to see a bunch of buttons.</a:t>
            </a:r>
          </a:p>
          <a:p>
            <a:endParaRPr lang="en-US" dirty="0"/>
          </a:p>
          <a:p>
            <a:r>
              <a:rPr lang="en-US" dirty="0"/>
              <a:t>Click on the Chat to open the Chat window, which should then open up at the side. </a:t>
            </a:r>
          </a:p>
          <a:p>
            <a:endParaRPr lang="en-US" dirty="0"/>
          </a:p>
          <a:p>
            <a:r>
              <a:rPr lang="en-US" dirty="0"/>
              <a:t>** </a:t>
            </a:r>
          </a:p>
          <a:p>
            <a:r>
              <a:rPr lang="en-US" dirty="0"/>
              <a:t>**</a:t>
            </a:r>
          </a:p>
        </p:txBody>
      </p:sp>
      <p:sp>
        <p:nvSpPr>
          <p:cNvPr id="4" name="Slide Number Placeholder 3"/>
          <p:cNvSpPr>
            <a:spLocks noGrp="1"/>
          </p:cNvSpPr>
          <p:nvPr>
            <p:ph type="sldNum" sz="quarter" idx="5"/>
          </p:nvPr>
        </p:nvSpPr>
        <p:spPr/>
        <p:txBody>
          <a:bodyPr/>
          <a:lstStyle/>
          <a:p>
            <a:fld id="{0A193586-FEB5-7C43-8F44-7EFAE4EECA28}" type="slidenum">
              <a:rPr lang="en-US" smtClean="0"/>
              <a:t>7</a:t>
            </a:fld>
            <a:endParaRPr lang="en-US"/>
          </a:p>
        </p:txBody>
      </p:sp>
    </p:spTree>
    <p:extLst>
      <p:ext uri="{BB962C8B-B14F-4D97-AF65-F5344CB8AC3E}">
        <p14:creationId xmlns:p14="http://schemas.microsoft.com/office/powerpoint/2010/main" val="371368666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will use the Chat window as the primary communication tool, primarily to get help if you get stuck with a technical issue. Please note that the presenter can't present and monitor the chat at the same time. So if you send me any private messages while I’m presenting I will probably not see it and so I won’t respond. Instead, post to Everyone, briefly describing the problem you have, and one of our TAs will help you.</a:t>
            </a:r>
          </a:p>
          <a:p>
            <a:endParaRPr lang="en-US" dirty="0"/>
          </a:p>
          <a:p>
            <a:r>
              <a:rPr lang="en-US" dirty="0"/>
              <a:t>I also want to set expectations for help here. We have more than X participants today, and so please only ask for help if you need technical assistance with Zoom or the posit cloud training environment. If you have a more general question about the material, we encourage you to write it down and ask during the breaks, or after the workshop. </a:t>
            </a:r>
          </a:p>
        </p:txBody>
      </p:sp>
      <p:sp>
        <p:nvSpPr>
          <p:cNvPr id="4" name="Slide Number Placeholder 3"/>
          <p:cNvSpPr>
            <a:spLocks noGrp="1"/>
          </p:cNvSpPr>
          <p:nvPr>
            <p:ph type="sldNum" sz="quarter" idx="5"/>
          </p:nvPr>
        </p:nvSpPr>
        <p:spPr/>
        <p:txBody>
          <a:bodyPr/>
          <a:lstStyle/>
          <a:p>
            <a:fld id="{0A193586-FEB5-7C43-8F44-7EFAE4EECA28}" type="slidenum">
              <a:rPr lang="en-US" smtClean="0"/>
              <a:t>8</a:t>
            </a:fld>
            <a:endParaRPr lang="en-US"/>
          </a:p>
        </p:txBody>
      </p:sp>
    </p:spTree>
    <p:extLst>
      <p:ext uri="{BB962C8B-B14F-4D97-AF65-F5344CB8AC3E}">
        <p14:creationId xmlns:p14="http://schemas.microsoft.com/office/powerpoint/2010/main" val="421140095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brings us to the first interactive exercise! </a:t>
            </a:r>
          </a:p>
          <a:p>
            <a:endParaRPr lang="en-US" dirty="0"/>
          </a:p>
          <a:p>
            <a:r>
              <a:rPr lang="en-US" dirty="0"/>
              <a:t>...</a:t>
            </a:r>
          </a:p>
        </p:txBody>
      </p:sp>
      <p:sp>
        <p:nvSpPr>
          <p:cNvPr id="4" name="Slide Number Placeholder 3"/>
          <p:cNvSpPr>
            <a:spLocks noGrp="1"/>
          </p:cNvSpPr>
          <p:nvPr>
            <p:ph type="sldNum" sz="quarter" idx="5"/>
          </p:nvPr>
        </p:nvSpPr>
        <p:spPr/>
        <p:txBody>
          <a:bodyPr/>
          <a:lstStyle/>
          <a:p>
            <a:fld id="{0A193586-FEB5-7C43-8F44-7EFAE4EECA28}" type="slidenum">
              <a:rPr lang="en-US" smtClean="0"/>
              <a:t>9</a:t>
            </a:fld>
            <a:endParaRPr lang="en-US"/>
          </a:p>
        </p:txBody>
      </p:sp>
    </p:spTree>
    <p:extLst>
      <p:ext uri="{BB962C8B-B14F-4D97-AF65-F5344CB8AC3E}">
        <p14:creationId xmlns:p14="http://schemas.microsoft.com/office/powerpoint/2010/main" val="69412780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A193586-FEB5-7C43-8F44-7EFAE4EECA28}" type="slidenum">
              <a:rPr lang="en-US" smtClean="0"/>
              <a:t>10</a:t>
            </a:fld>
            <a:endParaRPr lang="en-US"/>
          </a:p>
        </p:txBody>
      </p:sp>
    </p:spTree>
    <p:extLst>
      <p:ext uri="{BB962C8B-B14F-4D97-AF65-F5344CB8AC3E}">
        <p14:creationId xmlns:p14="http://schemas.microsoft.com/office/powerpoint/2010/main" val="182628230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in a gentle introduction to data science designed for healthcare professionals and clinical researchers who don't have a background in programming. This slide shows a high-level conceptual framework of the most important steps of the data analysis process. You always start by importing data and cleaning or "tidying" it up. Then you start an iterative process of exploratory data analysis, which usually requires some data transformation. The main ways you gain knowledge from your data are visualization and modeling. Finally, you need to communicate your results. </a:t>
            </a:r>
          </a:p>
          <a:p>
            <a:endParaRPr lang="en-US" dirty="0"/>
          </a:p>
          <a:p>
            <a:r>
              <a:rPr lang="en-US" dirty="0"/>
              <a:t>We will introduce the basics of all of these steps today, with the exception of modeling because that’s a bit out of scope for this very basic intro course.</a:t>
            </a:r>
          </a:p>
        </p:txBody>
      </p:sp>
      <p:sp>
        <p:nvSpPr>
          <p:cNvPr id="4" name="Slide Number Placeholder 3"/>
          <p:cNvSpPr>
            <a:spLocks noGrp="1"/>
          </p:cNvSpPr>
          <p:nvPr>
            <p:ph type="sldNum" sz="quarter" idx="5"/>
          </p:nvPr>
        </p:nvSpPr>
        <p:spPr/>
        <p:txBody>
          <a:bodyPr/>
          <a:lstStyle/>
          <a:p>
            <a:fld id="{0A193586-FEB5-7C43-8F44-7EFAE4EECA28}" type="slidenum">
              <a:rPr lang="en-US" smtClean="0"/>
              <a:t>11</a:t>
            </a:fld>
            <a:endParaRPr lang="en-US"/>
          </a:p>
        </p:txBody>
      </p:sp>
    </p:spTree>
    <p:extLst>
      <p:ext uri="{BB962C8B-B14F-4D97-AF65-F5344CB8AC3E}">
        <p14:creationId xmlns:p14="http://schemas.microsoft.com/office/powerpoint/2010/main" val="60967375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will introduce new concepts with lecture slides</a:t>
            </a:r>
          </a:p>
        </p:txBody>
      </p:sp>
      <p:sp>
        <p:nvSpPr>
          <p:cNvPr id="4" name="Slide Number Placeholder 3"/>
          <p:cNvSpPr>
            <a:spLocks noGrp="1"/>
          </p:cNvSpPr>
          <p:nvPr>
            <p:ph type="sldNum" sz="quarter" idx="5"/>
          </p:nvPr>
        </p:nvSpPr>
        <p:spPr/>
        <p:txBody>
          <a:bodyPr/>
          <a:lstStyle/>
          <a:p>
            <a:fld id="{0A193586-FEB5-7C43-8F44-7EFAE4EECA28}" type="slidenum">
              <a:rPr lang="en-US" smtClean="0"/>
              <a:t>12</a:t>
            </a:fld>
            <a:endParaRPr lang="en-US"/>
          </a:p>
        </p:txBody>
      </p:sp>
    </p:spTree>
    <p:extLst>
      <p:ext uri="{BB962C8B-B14F-4D97-AF65-F5344CB8AC3E}">
        <p14:creationId xmlns:p14="http://schemas.microsoft.com/office/powerpoint/2010/main" val="391350145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then practice these new skills with timed interactive coding exercises. You will work in a training environment on the web that we specifically set up for this course. </a:t>
            </a:r>
          </a:p>
          <a:p>
            <a:endParaRPr lang="en-US" dirty="0"/>
          </a:p>
          <a:p>
            <a:r>
              <a:rPr lang="en-US" dirty="0"/>
              <a:t>It's important to note that these exercises are timed. It's not essential that you finish each exercise, but it's essential that you try. When the time is up, we ask that everyone stop working and return to the main session. We will then live code the exercise to catch everyone up.</a:t>
            </a:r>
          </a:p>
        </p:txBody>
      </p:sp>
      <p:sp>
        <p:nvSpPr>
          <p:cNvPr id="4" name="Slide Number Placeholder 3"/>
          <p:cNvSpPr>
            <a:spLocks noGrp="1"/>
          </p:cNvSpPr>
          <p:nvPr>
            <p:ph type="sldNum" sz="quarter" idx="5"/>
          </p:nvPr>
        </p:nvSpPr>
        <p:spPr/>
        <p:txBody>
          <a:bodyPr/>
          <a:lstStyle/>
          <a:p>
            <a:fld id="{0A193586-FEB5-7C43-8F44-7EFAE4EECA28}" type="slidenum">
              <a:rPr lang="en-US" smtClean="0"/>
              <a:t>13</a:t>
            </a:fld>
            <a:endParaRPr lang="en-US"/>
          </a:p>
        </p:txBody>
      </p:sp>
    </p:spTree>
    <p:extLst>
      <p:ext uri="{BB962C8B-B14F-4D97-AF65-F5344CB8AC3E}">
        <p14:creationId xmlns:p14="http://schemas.microsoft.com/office/powerpoint/2010/main" val="357865801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dirty="0">
                <a:solidFill>
                  <a:schemeClr val="tx1"/>
                </a:solidFill>
                <a:effectLst/>
                <a:latin typeface="+mn-lt"/>
                <a:ea typeface="+mn-ea"/>
                <a:cs typeface="+mn-cs"/>
              </a:rPr>
              <a:t>One more serious thing we need to point out, since this is an interactive course - we want to provide a welcoming and supportive environment for all people, regardless of background or identity.</a:t>
            </a:r>
          </a:p>
          <a:p>
            <a:endParaRPr lang="en-US" sz="1200" b="0" i="0" u="none" strike="noStrike" kern="1200" dirty="0">
              <a:solidFill>
                <a:schemeClr val="tx1"/>
              </a:solidFill>
              <a:effectLst/>
              <a:latin typeface="+mn-lt"/>
              <a:ea typeface="+mn-ea"/>
              <a:cs typeface="+mn-cs"/>
            </a:endParaRPr>
          </a:p>
          <a:p>
            <a:r>
              <a:rPr lang="en-US" dirty="0"/>
              <a:t>** </a:t>
            </a:r>
            <a:r>
              <a:rPr lang="en-US" sz="1200" b="0" i="0" u="none" strike="noStrike" kern="1200" dirty="0">
                <a:solidFill>
                  <a:schemeClr val="tx1"/>
                </a:solidFill>
                <a:effectLst/>
                <a:latin typeface="+mn-lt"/>
                <a:ea typeface="+mn-ea"/>
                <a:cs typeface="+mn-cs"/>
              </a:rPr>
              <a:t>please take a look at the main website About &gt; Code of Conduct </a:t>
            </a:r>
            <a:r>
              <a:rPr lang="en-US" sz="1200" b="0" i="0" u="sng" strike="noStrike" kern="1200" dirty="0">
                <a:solidFill>
                  <a:schemeClr val="tx1"/>
                </a:solidFill>
                <a:effectLst/>
                <a:latin typeface="+mn-lt"/>
                <a:ea typeface="+mn-ea"/>
                <a:cs typeface="+mn-cs"/>
                <a:hlinkClick r:id="rId3"/>
              </a:rPr>
              <a:t>https://events.linuxfoundation.org/r-medicine/attend/code-of-conduct/</a:t>
            </a:r>
            <a:endParaRPr lang="en-US" sz="1200" b="0" i="0" u="none" strike="noStrike" kern="1200" dirty="0">
              <a:solidFill>
                <a:schemeClr val="tx1"/>
              </a:solidFill>
              <a:effectLst/>
              <a:latin typeface="+mn-lt"/>
              <a:ea typeface="+mn-ea"/>
              <a:cs typeface="+mn-cs"/>
            </a:endParaRPr>
          </a:p>
          <a:p>
            <a:endParaRPr lang="en-US" dirty="0"/>
          </a:p>
          <a:p>
            <a:r>
              <a:rPr lang="en-US" dirty="0"/>
              <a:t>** Also, to respect the privacy of participants, we don’t allow screenshots, recordings, or photographs. </a:t>
            </a:r>
          </a:p>
        </p:txBody>
      </p:sp>
      <p:sp>
        <p:nvSpPr>
          <p:cNvPr id="4" name="Slide Number Placeholder 3"/>
          <p:cNvSpPr>
            <a:spLocks noGrp="1"/>
          </p:cNvSpPr>
          <p:nvPr>
            <p:ph type="sldNum" sz="quarter" idx="5"/>
          </p:nvPr>
        </p:nvSpPr>
        <p:spPr/>
        <p:txBody>
          <a:bodyPr/>
          <a:lstStyle/>
          <a:p>
            <a:fld id="{0A193586-FEB5-7C43-8F44-7EFAE4EECA28}" type="slidenum">
              <a:rPr lang="en-US" smtClean="0"/>
              <a:t>14</a:t>
            </a:fld>
            <a:endParaRPr lang="en-US"/>
          </a:p>
        </p:txBody>
      </p:sp>
    </p:spTree>
    <p:extLst>
      <p:ext uri="{BB962C8B-B14F-4D97-AF65-F5344CB8AC3E}">
        <p14:creationId xmlns:p14="http://schemas.microsoft.com/office/powerpoint/2010/main" val="323338072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I’d like you to do is, turn on your microphone and camera, if you’re comfortable. Go around the room and briefly introduce yourself and tell everyone what you’re hoping to get out of the workshop and the conference. </a:t>
            </a:r>
          </a:p>
          <a:p>
            <a:endParaRPr lang="en-US" dirty="0"/>
          </a:p>
          <a:p>
            <a:r>
              <a:rPr lang="en-US" dirty="0"/>
              <a:t>To keep things going, whenever someone is done speaking, they will “pass the baton” to someone else in the room. We’re tight on time, so it’s possible not everyone will go.</a:t>
            </a:r>
          </a:p>
          <a:p>
            <a:endParaRPr lang="en-US" dirty="0"/>
          </a:p>
          <a:p>
            <a:r>
              <a:rPr lang="en-US" dirty="0"/>
              <a:t>At the 5 min mark, we’ll bring everyone back into the main session.</a:t>
            </a:r>
          </a:p>
        </p:txBody>
      </p:sp>
      <p:sp>
        <p:nvSpPr>
          <p:cNvPr id="4" name="Slide Number Placeholder 3"/>
          <p:cNvSpPr>
            <a:spLocks noGrp="1"/>
          </p:cNvSpPr>
          <p:nvPr>
            <p:ph type="sldNum" sz="quarter" idx="5"/>
          </p:nvPr>
        </p:nvSpPr>
        <p:spPr/>
        <p:txBody>
          <a:bodyPr/>
          <a:lstStyle/>
          <a:p>
            <a:fld id="{0A193586-FEB5-7C43-8F44-7EFAE4EECA28}" type="slidenum">
              <a:rPr lang="en-US" smtClean="0"/>
              <a:t>15</a:t>
            </a:fld>
            <a:endParaRPr lang="en-US"/>
          </a:p>
        </p:txBody>
      </p:sp>
    </p:spTree>
    <p:extLst>
      <p:ext uri="{BB962C8B-B14F-4D97-AF65-F5344CB8AC3E}">
        <p14:creationId xmlns:p14="http://schemas.microsoft.com/office/powerpoint/2010/main" val="239380641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video" Target="../media/media1.mov"/><Relationship Id="rId1" Type="http://schemas.microsoft.com/office/2007/relationships/media" Target="../media/media1.mov"/><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video" Target="../media/media2.mov"/><Relationship Id="rId1" Type="http://schemas.microsoft.com/office/2007/relationships/media" Target="../media/media2.mov"/><Relationship Id="rId5" Type="http://schemas.openxmlformats.org/officeDocument/2006/relationships/image" Target="../media/image4.png"/><Relationship Id="rId4" Type="http://schemas.openxmlformats.org/officeDocument/2006/relationships/image" Target="../media/image3.png"/></Relationships>
</file>

<file path=ppt/slideLayouts/_rels/slideLayout10.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video" Target="../media/media3.mov"/><Relationship Id="rId1" Type="http://schemas.microsoft.com/office/2007/relationships/media" Target="../media/media3.mov"/><Relationship Id="rId4" Type="http://schemas.openxmlformats.org/officeDocument/2006/relationships/image" Target="../media/image5.png"/></Relationships>
</file>

<file path=ppt/slideLayouts/_rels/slideLayout11.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video" Target="../media/media4.mov"/><Relationship Id="rId1" Type="http://schemas.microsoft.com/office/2007/relationships/media" Target="../media/media4.mov"/><Relationship Id="rId4" Type="http://schemas.openxmlformats.org/officeDocument/2006/relationships/image" Target="../media/image6.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p:cNvSpPr/>
          <p:nvPr/>
        </p:nvSpPr>
        <p:spPr>
          <a:xfrm>
            <a:off x="0" y="0"/>
            <a:ext cx="12192000" cy="457200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ctrTitle"/>
          </p:nvPr>
        </p:nvSpPr>
        <p:spPr>
          <a:xfrm>
            <a:off x="457200" y="4960137"/>
            <a:ext cx="7772400" cy="1463040"/>
          </a:xfrm>
        </p:spPr>
        <p:txBody>
          <a:bodyPr anchor="ctr">
            <a:normAutofit/>
          </a:bodyPr>
          <a:lstStyle>
            <a:lvl1pPr algn="r">
              <a:defRPr sz="5000" spc="200" baseline="0"/>
            </a:lvl1pPr>
          </a:lstStyle>
          <a:p>
            <a:r>
              <a:rPr lang="en-US"/>
              <a:t>Click to edit Master title style</a:t>
            </a:r>
            <a:endParaRPr lang="en-US" dirty="0"/>
          </a:p>
        </p:txBody>
      </p:sp>
      <p:sp>
        <p:nvSpPr>
          <p:cNvPr id="3" name="Subtitle 2"/>
          <p:cNvSpPr>
            <a:spLocks noGrp="1"/>
          </p:cNvSpPr>
          <p:nvPr>
            <p:ph type="subTitle" idx="1"/>
          </p:nvPr>
        </p:nvSpPr>
        <p:spPr>
          <a:xfrm>
            <a:off x="8610600" y="4960137"/>
            <a:ext cx="3200400" cy="1463040"/>
          </a:xfrm>
        </p:spPr>
        <p:txBody>
          <a:bodyPr lIns="91440" rIns="91440" anchor="ctr">
            <a:normAutofit/>
          </a:bodyPr>
          <a:lstStyle>
            <a:lvl1pPr marL="0" indent="0" algn="l">
              <a:lnSpc>
                <a:spcPct val="100000"/>
              </a:lnSpc>
              <a:spcBef>
                <a:spcPts val="0"/>
              </a:spcBef>
              <a:buNone/>
              <a:defRPr sz="1800">
                <a:solidFill>
                  <a:schemeClr val="tx1">
                    <a:lumMod val="95000"/>
                    <a:lumOff val="5000"/>
                  </a:schemeClr>
                </a:solidFill>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lgn="l">
              <a:defRPr/>
            </a:lvl1pPr>
          </a:lstStyle>
          <a:p>
            <a:fld id="{F50D20D1-FB23-684F-9AB5-129D6BD98B56}" type="datetimeFigureOut">
              <a:rPr lang="en-US" smtClean="0">
                <a:solidFill>
                  <a:prstClr val="black">
                    <a:lumMod val="95000"/>
                    <a:lumOff val="5000"/>
                  </a:prstClr>
                </a:solidFill>
              </a:rPr>
              <a:pPr/>
              <a:t>3/20/26</a:t>
            </a:fld>
            <a:endParaRPr lang="en-US">
              <a:solidFill>
                <a:prstClr val="black">
                  <a:lumMod val="95000"/>
                  <a:lumOff val="5000"/>
                </a:prstClr>
              </a:solidFill>
            </a:endParaRPr>
          </a:p>
        </p:txBody>
      </p:sp>
      <p:sp>
        <p:nvSpPr>
          <p:cNvPr id="5" name="Footer Placeholder 4"/>
          <p:cNvSpPr>
            <a:spLocks noGrp="1"/>
          </p:cNvSpPr>
          <p:nvPr>
            <p:ph type="ftr" sz="quarter" idx="11"/>
          </p:nvPr>
        </p:nvSpPr>
        <p:spPr/>
        <p:txBody>
          <a:bodyPr/>
          <a:lstStyle/>
          <a:p>
            <a:endParaRPr lang="en-US">
              <a:solidFill>
                <a:prstClr val="black">
                  <a:lumMod val="95000"/>
                  <a:lumOff val="5000"/>
                </a:prstClr>
              </a:solidFill>
            </a:endParaRPr>
          </a:p>
        </p:txBody>
      </p:sp>
      <p:sp>
        <p:nvSpPr>
          <p:cNvPr id="6" name="Slide Number Placeholder 5"/>
          <p:cNvSpPr>
            <a:spLocks noGrp="1"/>
          </p:cNvSpPr>
          <p:nvPr>
            <p:ph type="sldNum" sz="quarter" idx="12"/>
          </p:nvPr>
        </p:nvSpPr>
        <p:spPr/>
        <p:txBody>
          <a:bodyPr/>
          <a:lstStyle/>
          <a:p>
            <a:fld id="{E7EBC154-6848-214C-B925-399887F0DE31}" type="slidenum">
              <a:rPr lang="en-US" smtClean="0">
                <a:solidFill>
                  <a:prstClr val="black">
                    <a:lumMod val="95000"/>
                    <a:lumOff val="5000"/>
                  </a:prstClr>
                </a:solidFill>
              </a:rPr>
              <a:pPr/>
              <a:t>‹#›</a:t>
            </a:fld>
            <a:endParaRPr lang="en-US">
              <a:solidFill>
                <a:prstClr val="black">
                  <a:lumMod val="95000"/>
                  <a:lumOff val="5000"/>
                </a:prstClr>
              </a:solidFill>
            </a:endParaRPr>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50D20D1-FB23-684F-9AB5-129D6BD98B56}" type="datetimeFigureOut">
              <a:rPr lang="en-US" smtClean="0">
                <a:solidFill>
                  <a:prstClr val="black">
                    <a:lumMod val="95000"/>
                    <a:lumOff val="5000"/>
                  </a:prstClr>
                </a:solidFill>
              </a:rPr>
              <a:pPr/>
              <a:t>3/20/26</a:t>
            </a:fld>
            <a:endParaRPr lang="en-US">
              <a:solidFill>
                <a:prstClr val="black">
                  <a:lumMod val="95000"/>
                  <a:lumOff val="5000"/>
                </a:prstClr>
              </a:solidFill>
            </a:endParaRPr>
          </a:p>
        </p:txBody>
      </p:sp>
      <p:sp>
        <p:nvSpPr>
          <p:cNvPr id="5" name="Footer Placeholder 4"/>
          <p:cNvSpPr>
            <a:spLocks noGrp="1"/>
          </p:cNvSpPr>
          <p:nvPr>
            <p:ph type="ftr" sz="quarter" idx="11"/>
          </p:nvPr>
        </p:nvSpPr>
        <p:spPr/>
        <p:txBody>
          <a:bodyPr/>
          <a:lstStyle/>
          <a:p>
            <a:endParaRPr lang="en-US">
              <a:solidFill>
                <a:prstClr val="black">
                  <a:lumMod val="95000"/>
                  <a:lumOff val="5000"/>
                </a:prstClr>
              </a:solidFill>
            </a:endParaRPr>
          </a:p>
        </p:txBody>
      </p:sp>
      <p:sp>
        <p:nvSpPr>
          <p:cNvPr id="6" name="Slide Number Placeholder 5"/>
          <p:cNvSpPr>
            <a:spLocks noGrp="1"/>
          </p:cNvSpPr>
          <p:nvPr>
            <p:ph type="sldNum" sz="quarter" idx="12"/>
          </p:nvPr>
        </p:nvSpPr>
        <p:spPr/>
        <p:txBody>
          <a:bodyPr/>
          <a:lstStyle/>
          <a:p>
            <a:fld id="{E7EBC154-6848-214C-B925-399887F0DE31}" type="slidenum">
              <a:rPr lang="en-US" smtClean="0">
                <a:solidFill>
                  <a:prstClr val="black">
                    <a:lumMod val="95000"/>
                    <a:lumOff val="5000"/>
                  </a:prstClr>
                </a:solidFill>
              </a:rPr>
              <a:pPr/>
              <a:t>‹#›</a:t>
            </a:fld>
            <a:endParaRPr lang="en-US">
              <a:solidFill>
                <a:prstClr val="black">
                  <a:lumMod val="95000"/>
                  <a:lumOff val="5000"/>
                </a:prstClr>
              </a:solidFil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9" name="Rectangle 8"/>
          <p:cNvSpPr/>
          <p:nvPr/>
        </p:nvSpPr>
        <p:spPr>
          <a:xfrm>
            <a:off x="0" y="0"/>
            <a:ext cx="12192000" cy="4572001"/>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4960137"/>
            <a:ext cx="7772400" cy="1463040"/>
          </a:xfrm>
        </p:spPr>
        <p:txBody>
          <a:bodyPr anchor="ctr">
            <a:normAutofit/>
          </a:bodyPr>
          <a:lstStyle>
            <a:lvl1pPr algn="r">
              <a:defRPr sz="5000" b="0" spc="200" baseline="0"/>
            </a:lvl1pPr>
          </a:lstStyle>
          <a:p>
            <a:r>
              <a:rPr lang="en-US"/>
              <a:t>Click to edit Master title style</a:t>
            </a:r>
            <a:endParaRPr lang="en-US" dirty="0"/>
          </a:p>
        </p:txBody>
      </p:sp>
      <p:sp>
        <p:nvSpPr>
          <p:cNvPr id="3" name="Text Placeholder 2"/>
          <p:cNvSpPr>
            <a:spLocks noGrp="1"/>
          </p:cNvSpPr>
          <p:nvPr>
            <p:ph type="body" idx="1"/>
          </p:nvPr>
        </p:nvSpPr>
        <p:spPr>
          <a:xfrm>
            <a:off x="8610600" y="4960137"/>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50D20D1-FB23-684F-9AB5-129D6BD98B56}" type="datetimeFigureOut">
              <a:rPr lang="en-US" smtClean="0">
                <a:solidFill>
                  <a:prstClr val="black">
                    <a:lumMod val="95000"/>
                    <a:lumOff val="5000"/>
                  </a:prstClr>
                </a:solidFill>
              </a:rPr>
              <a:pPr/>
              <a:t>3/20/26</a:t>
            </a:fld>
            <a:endParaRPr lang="en-US">
              <a:solidFill>
                <a:prstClr val="black">
                  <a:lumMod val="95000"/>
                  <a:lumOff val="5000"/>
                </a:prstClr>
              </a:solidFill>
            </a:endParaRPr>
          </a:p>
        </p:txBody>
      </p:sp>
      <p:sp>
        <p:nvSpPr>
          <p:cNvPr id="5" name="Footer Placeholder 4"/>
          <p:cNvSpPr>
            <a:spLocks noGrp="1"/>
          </p:cNvSpPr>
          <p:nvPr>
            <p:ph type="ftr" sz="quarter" idx="11"/>
          </p:nvPr>
        </p:nvSpPr>
        <p:spPr/>
        <p:txBody>
          <a:bodyPr/>
          <a:lstStyle/>
          <a:p>
            <a:endParaRPr lang="en-US">
              <a:solidFill>
                <a:prstClr val="black">
                  <a:lumMod val="95000"/>
                  <a:lumOff val="5000"/>
                </a:prstClr>
              </a:solidFill>
            </a:endParaRPr>
          </a:p>
        </p:txBody>
      </p:sp>
      <p:sp>
        <p:nvSpPr>
          <p:cNvPr id="6" name="Slide Number Placeholder 5"/>
          <p:cNvSpPr>
            <a:spLocks noGrp="1"/>
          </p:cNvSpPr>
          <p:nvPr>
            <p:ph type="sldNum" sz="quarter" idx="12"/>
          </p:nvPr>
        </p:nvSpPr>
        <p:spPr/>
        <p:txBody>
          <a:bodyPr/>
          <a:lstStyle/>
          <a:p>
            <a:fld id="{E7EBC154-6848-214C-B925-399887F0DE31}" type="slidenum">
              <a:rPr lang="en-US" smtClean="0">
                <a:solidFill>
                  <a:prstClr val="black">
                    <a:lumMod val="95000"/>
                    <a:lumOff val="5000"/>
                  </a:prstClr>
                </a:solidFill>
              </a:rPr>
              <a:pPr/>
              <a:t>‹#›</a:t>
            </a:fld>
            <a:endParaRPr lang="en-US">
              <a:solidFill>
                <a:prstClr val="black">
                  <a:lumMod val="95000"/>
                  <a:lumOff val="5000"/>
                </a:prstClr>
              </a:solidFill>
            </a:endParaRPr>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1_Section Header">
    <p:spTree>
      <p:nvGrpSpPr>
        <p:cNvPr id="1" name=""/>
        <p:cNvGrpSpPr/>
        <p:nvPr/>
      </p:nvGrpSpPr>
      <p:grpSpPr>
        <a:xfrm>
          <a:off x="0" y="0"/>
          <a:ext cx="0" cy="0"/>
          <a:chOff x="0" y="0"/>
          <a:chExt cx="0" cy="0"/>
        </a:xfrm>
      </p:grpSpPr>
      <p:sp>
        <p:nvSpPr>
          <p:cNvPr id="9" name="Rectangle 8"/>
          <p:cNvSpPr/>
          <p:nvPr/>
        </p:nvSpPr>
        <p:spPr>
          <a:xfrm>
            <a:off x="0" y="0"/>
            <a:ext cx="12192000" cy="2257425"/>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title"/>
          </p:nvPr>
        </p:nvSpPr>
        <p:spPr>
          <a:xfrm>
            <a:off x="502443" y="2683193"/>
            <a:ext cx="11187112" cy="1463040"/>
          </a:xfrm>
        </p:spPr>
        <p:txBody>
          <a:bodyPr anchor="ctr">
            <a:normAutofit/>
          </a:bodyPr>
          <a:lstStyle>
            <a:lvl1pPr algn="ctr">
              <a:defRPr sz="5000" b="0" spc="200" baseline="0"/>
            </a:lvl1pPr>
          </a:lstStyle>
          <a:p>
            <a:r>
              <a:rPr lang="en-US"/>
              <a:t>Click to edit Master title style</a:t>
            </a:r>
            <a:endParaRPr lang="en-US" dirty="0"/>
          </a:p>
        </p:txBody>
      </p:sp>
      <p:sp>
        <p:nvSpPr>
          <p:cNvPr id="10" name="Rectangle 9"/>
          <p:cNvSpPr/>
          <p:nvPr userDrawn="1"/>
        </p:nvSpPr>
        <p:spPr>
          <a:xfrm>
            <a:off x="0" y="4617721"/>
            <a:ext cx="12192000" cy="2257425"/>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3" name="Oval 5"/>
          <p:cNvSpPr/>
          <p:nvPr userDrawn="1"/>
        </p:nvSpPr>
        <p:spPr>
          <a:xfrm>
            <a:off x="-1" y="4003358"/>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Tree>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024128" y="585217"/>
            <a:ext cx="9720072" cy="751878"/>
          </a:xfrm>
        </p:spPr>
        <p:txBody>
          <a:bodyPr/>
          <a:lstStyle/>
          <a:p>
            <a:r>
              <a:rPr lang="en-US" dirty="0"/>
              <a:t>Click to edit Master title style</a:t>
            </a:r>
          </a:p>
        </p:txBody>
      </p:sp>
      <p:sp>
        <p:nvSpPr>
          <p:cNvPr id="3" name="Content Placeholder 2"/>
          <p:cNvSpPr>
            <a:spLocks noGrp="1"/>
          </p:cNvSpPr>
          <p:nvPr>
            <p:ph sz="half" idx="1"/>
          </p:nvPr>
        </p:nvSpPr>
        <p:spPr>
          <a:xfrm>
            <a:off x="1024127" y="2286000"/>
            <a:ext cx="4754880" cy="402336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5989320" y="2286000"/>
            <a:ext cx="475488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F50D20D1-FB23-684F-9AB5-129D6BD98B56}" type="datetimeFigureOut">
              <a:rPr lang="en-US" smtClean="0">
                <a:solidFill>
                  <a:prstClr val="black">
                    <a:lumMod val="95000"/>
                    <a:lumOff val="5000"/>
                  </a:prstClr>
                </a:solidFill>
              </a:rPr>
              <a:pPr/>
              <a:t>3/20/26</a:t>
            </a:fld>
            <a:endParaRPr lang="en-US">
              <a:solidFill>
                <a:prstClr val="black">
                  <a:lumMod val="95000"/>
                  <a:lumOff val="5000"/>
                </a:prstClr>
              </a:solidFill>
            </a:endParaRPr>
          </a:p>
        </p:txBody>
      </p:sp>
      <p:sp>
        <p:nvSpPr>
          <p:cNvPr id="6" name="Footer Placeholder 5"/>
          <p:cNvSpPr>
            <a:spLocks noGrp="1"/>
          </p:cNvSpPr>
          <p:nvPr>
            <p:ph type="ftr" sz="quarter" idx="11"/>
          </p:nvPr>
        </p:nvSpPr>
        <p:spPr/>
        <p:txBody>
          <a:bodyPr/>
          <a:lstStyle/>
          <a:p>
            <a:endParaRPr lang="en-US">
              <a:solidFill>
                <a:prstClr val="black">
                  <a:lumMod val="95000"/>
                  <a:lumOff val="5000"/>
                </a:prstClr>
              </a:solidFill>
            </a:endParaRPr>
          </a:p>
        </p:txBody>
      </p:sp>
      <p:sp>
        <p:nvSpPr>
          <p:cNvPr id="7" name="Slide Number Placeholder 6"/>
          <p:cNvSpPr>
            <a:spLocks noGrp="1"/>
          </p:cNvSpPr>
          <p:nvPr>
            <p:ph type="sldNum" sz="quarter" idx="12"/>
          </p:nvPr>
        </p:nvSpPr>
        <p:spPr/>
        <p:txBody>
          <a:bodyPr/>
          <a:lstStyle/>
          <a:p>
            <a:fld id="{E7EBC154-6848-214C-B925-399887F0DE31}" type="slidenum">
              <a:rPr lang="en-US" smtClean="0">
                <a:solidFill>
                  <a:prstClr val="black">
                    <a:lumMod val="95000"/>
                    <a:lumOff val="5000"/>
                  </a:prstClr>
                </a:solidFill>
              </a:rPr>
              <a:pPr/>
              <a:t>‹#›</a:t>
            </a:fld>
            <a:endParaRPr lang="en-US">
              <a:solidFill>
                <a:prstClr val="black">
                  <a:lumMod val="95000"/>
                  <a:lumOff val="5000"/>
                </a:prstClr>
              </a:solidFill>
            </a:endParaRPr>
          </a:p>
        </p:txBody>
      </p:sp>
    </p:spTree>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24128" y="1498152"/>
            <a:ext cx="4754880" cy="822960"/>
          </a:xfrm>
        </p:spPr>
        <p:txBody>
          <a:bodyPr lIns="137160" rIns="137160" anchor="ctr">
            <a:normAutofit/>
          </a:bodyPr>
          <a:lstStyle>
            <a:lvl1pPr marL="0" indent="0">
              <a:spcBef>
                <a:spcPts val="0"/>
              </a:spcBef>
              <a:spcAft>
                <a:spcPts val="0"/>
              </a:spcAft>
              <a:buNone/>
              <a:defRPr sz="2300" b="0" cap="none" baseline="0">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24128" y="2286304"/>
            <a:ext cx="4754880" cy="39864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990888" y="1498152"/>
            <a:ext cx="4754880" cy="822960"/>
          </a:xfrm>
        </p:spPr>
        <p:txBody>
          <a:bodyPr lIns="137160" rIns="137160" anchor="ctr">
            <a:normAutofit/>
          </a:bodyPr>
          <a:lstStyle>
            <a:lvl1pPr marL="0" indent="0">
              <a:spcBef>
                <a:spcPts val="0"/>
              </a:spcBef>
              <a:spcAft>
                <a:spcPts val="0"/>
              </a:spcAft>
              <a:buNone/>
              <a:defRPr lang="en-US" sz="2300" b="0" kern="1200" cap="none" baseline="0" dirty="0">
                <a:solidFill>
                  <a:schemeClr val="accent1"/>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800"/>
              </a:spcBef>
              <a:buNone/>
            </a:pPr>
            <a:r>
              <a:rPr lang="en-US"/>
              <a:t>Click to edit Master text styles</a:t>
            </a:r>
          </a:p>
        </p:txBody>
      </p:sp>
      <p:sp>
        <p:nvSpPr>
          <p:cNvPr id="6" name="Content Placeholder 5"/>
          <p:cNvSpPr>
            <a:spLocks noGrp="1"/>
          </p:cNvSpPr>
          <p:nvPr>
            <p:ph sz="quarter" idx="4"/>
          </p:nvPr>
        </p:nvSpPr>
        <p:spPr>
          <a:xfrm>
            <a:off x="5990888" y="2286304"/>
            <a:ext cx="4754880" cy="39864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50D20D1-FB23-684F-9AB5-129D6BD98B56}" type="datetimeFigureOut">
              <a:rPr lang="en-US" smtClean="0">
                <a:solidFill>
                  <a:prstClr val="black">
                    <a:lumMod val="95000"/>
                    <a:lumOff val="5000"/>
                  </a:prstClr>
                </a:solidFill>
              </a:rPr>
              <a:pPr/>
              <a:t>3/20/26</a:t>
            </a:fld>
            <a:endParaRPr lang="en-US">
              <a:solidFill>
                <a:prstClr val="black">
                  <a:lumMod val="95000"/>
                  <a:lumOff val="5000"/>
                </a:prstClr>
              </a:solidFill>
            </a:endParaRPr>
          </a:p>
        </p:txBody>
      </p:sp>
      <p:sp>
        <p:nvSpPr>
          <p:cNvPr id="8" name="Footer Placeholder 7"/>
          <p:cNvSpPr>
            <a:spLocks noGrp="1"/>
          </p:cNvSpPr>
          <p:nvPr>
            <p:ph type="ftr" sz="quarter" idx="11"/>
          </p:nvPr>
        </p:nvSpPr>
        <p:spPr/>
        <p:txBody>
          <a:bodyPr/>
          <a:lstStyle/>
          <a:p>
            <a:endParaRPr lang="en-US">
              <a:solidFill>
                <a:prstClr val="black">
                  <a:lumMod val="95000"/>
                  <a:lumOff val="5000"/>
                </a:prstClr>
              </a:solidFill>
            </a:endParaRPr>
          </a:p>
        </p:txBody>
      </p:sp>
      <p:sp>
        <p:nvSpPr>
          <p:cNvPr id="9" name="Slide Number Placeholder 8"/>
          <p:cNvSpPr>
            <a:spLocks noGrp="1"/>
          </p:cNvSpPr>
          <p:nvPr>
            <p:ph type="sldNum" sz="quarter" idx="12"/>
          </p:nvPr>
        </p:nvSpPr>
        <p:spPr/>
        <p:txBody>
          <a:bodyPr/>
          <a:lstStyle/>
          <a:p>
            <a:fld id="{E7EBC154-6848-214C-B925-399887F0DE31}" type="slidenum">
              <a:rPr lang="en-US" smtClean="0">
                <a:solidFill>
                  <a:prstClr val="black">
                    <a:lumMod val="95000"/>
                    <a:lumOff val="5000"/>
                  </a:prstClr>
                </a:solidFill>
              </a:rPr>
              <a:pPr/>
              <a:t>‹#›</a:t>
            </a:fld>
            <a:endParaRPr lang="en-US">
              <a:solidFill>
                <a:prstClr val="black">
                  <a:lumMod val="95000"/>
                  <a:lumOff val="5000"/>
                </a:prstClr>
              </a:solidFill>
            </a:endParaRPr>
          </a:p>
        </p:txBody>
      </p:sp>
    </p:spTree>
  </p:cSld>
  <p:clrMapOvr>
    <a:masterClrMapping/>
  </p:clrMapOvr>
  <p:extLst>
    <p:ext uri="{DCECCB84-F9BA-43D5-87BE-67443E8EF086}">
      <p15:sldGuideLst xmlns:p15="http://schemas.microsoft.com/office/powerpoint/2012/main"/>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50D20D1-FB23-684F-9AB5-129D6BD98B56}" type="datetimeFigureOut">
              <a:rPr lang="en-US" smtClean="0">
                <a:solidFill>
                  <a:prstClr val="black">
                    <a:lumMod val="95000"/>
                    <a:lumOff val="5000"/>
                  </a:prstClr>
                </a:solidFill>
              </a:rPr>
              <a:pPr/>
              <a:t>3/20/26</a:t>
            </a:fld>
            <a:endParaRPr lang="en-US">
              <a:solidFill>
                <a:prstClr val="black">
                  <a:lumMod val="95000"/>
                  <a:lumOff val="5000"/>
                </a:prstClr>
              </a:solidFill>
            </a:endParaRPr>
          </a:p>
        </p:txBody>
      </p:sp>
      <p:sp>
        <p:nvSpPr>
          <p:cNvPr id="4" name="Footer Placeholder 3"/>
          <p:cNvSpPr>
            <a:spLocks noGrp="1"/>
          </p:cNvSpPr>
          <p:nvPr>
            <p:ph type="ftr" sz="quarter" idx="11"/>
          </p:nvPr>
        </p:nvSpPr>
        <p:spPr/>
        <p:txBody>
          <a:bodyPr/>
          <a:lstStyle/>
          <a:p>
            <a:endParaRPr lang="en-US">
              <a:solidFill>
                <a:prstClr val="black">
                  <a:lumMod val="95000"/>
                  <a:lumOff val="5000"/>
                </a:prstClr>
              </a:solidFill>
            </a:endParaRPr>
          </a:p>
        </p:txBody>
      </p:sp>
      <p:sp>
        <p:nvSpPr>
          <p:cNvPr id="5" name="Slide Number Placeholder 4"/>
          <p:cNvSpPr>
            <a:spLocks noGrp="1"/>
          </p:cNvSpPr>
          <p:nvPr>
            <p:ph type="sldNum" sz="quarter" idx="12"/>
          </p:nvPr>
        </p:nvSpPr>
        <p:spPr/>
        <p:txBody>
          <a:bodyPr/>
          <a:lstStyle/>
          <a:p>
            <a:fld id="{E7EBC154-6848-214C-B925-399887F0DE31}" type="slidenum">
              <a:rPr lang="en-US" smtClean="0">
                <a:solidFill>
                  <a:prstClr val="black">
                    <a:lumMod val="95000"/>
                    <a:lumOff val="5000"/>
                  </a:prstClr>
                </a:solidFill>
              </a:rPr>
              <a:pPr/>
              <a:t>‹#›</a:t>
            </a:fld>
            <a:endParaRPr lang="en-US">
              <a:solidFill>
                <a:prstClr val="black">
                  <a:lumMod val="95000"/>
                  <a:lumOff val="5000"/>
                </a:prstClr>
              </a:solidFil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Your_Turn_10min">
    <p:bg>
      <p:bgPr>
        <a:gradFill flip="none" rotWithShape="1">
          <a:gsLst>
            <a:gs pos="0">
              <a:schemeClr val="accent6">
                <a:lumMod val="5000"/>
                <a:lumOff val="95000"/>
              </a:schemeClr>
            </a:gs>
            <a:gs pos="74000">
              <a:schemeClr val="accent6">
                <a:lumMod val="45000"/>
                <a:lumOff val="55000"/>
              </a:schemeClr>
            </a:gs>
            <a:gs pos="83000">
              <a:schemeClr val="accent6">
                <a:lumMod val="45000"/>
                <a:lumOff val="55000"/>
              </a:schemeClr>
            </a:gs>
            <a:gs pos="100000">
              <a:schemeClr val="accent6">
                <a:lumMod val="30000"/>
                <a:lumOff val="70000"/>
              </a:schemeClr>
            </a:gs>
          </a:gsLst>
          <a:lin ang="5400000" scaled="1"/>
          <a:tileRect/>
        </a:grad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50D20D1-FB23-684F-9AB5-129D6BD98B56}" type="datetimeFigureOut">
              <a:rPr lang="en-US" smtClean="0">
                <a:solidFill>
                  <a:prstClr val="black">
                    <a:lumMod val="95000"/>
                    <a:lumOff val="5000"/>
                  </a:prstClr>
                </a:solidFill>
              </a:rPr>
              <a:pPr/>
              <a:t>3/20/26</a:t>
            </a:fld>
            <a:endParaRPr lang="en-US">
              <a:solidFill>
                <a:prstClr val="black">
                  <a:lumMod val="95000"/>
                  <a:lumOff val="5000"/>
                </a:prstClr>
              </a:solidFill>
            </a:endParaRPr>
          </a:p>
        </p:txBody>
      </p:sp>
      <p:sp>
        <p:nvSpPr>
          <p:cNvPr id="3" name="Footer Placeholder 2"/>
          <p:cNvSpPr>
            <a:spLocks noGrp="1"/>
          </p:cNvSpPr>
          <p:nvPr>
            <p:ph type="ftr" sz="quarter" idx="11"/>
          </p:nvPr>
        </p:nvSpPr>
        <p:spPr/>
        <p:txBody>
          <a:bodyPr/>
          <a:lstStyle/>
          <a:p>
            <a:endParaRPr lang="en-US">
              <a:solidFill>
                <a:prstClr val="black">
                  <a:lumMod val="95000"/>
                  <a:lumOff val="5000"/>
                </a:prstClr>
              </a:solidFill>
            </a:endParaRPr>
          </a:p>
        </p:txBody>
      </p:sp>
      <p:sp>
        <p:nvSpPr>
          <p:cNvPr id="4" name="Slide Number Placeholder 3"/>
          <p:cNvSpPr>
            <a:spLocks noGrp="1"/>
          </p:cNvSpPr>
          <p:nvPr>
            <p:ph type="sldNum" sz="quarter" idx="12"/>
          </p:nvPr>
        </p:nvSpPr>
        <p:spPr/>
        <p:txBody>
          <a:bodyPr/>
          <a:lstStyle/>
          <a:p>
            <a:fld id="{E7EBC154-6848-214C-B925-399887F0DE31}" type="slidenum">
              <a:rPr lang="en-US" smtClean="0">
                <a:solidFill>
                  <a:prstClr val="black">
                    <a:lumMod val="95000"/>
                    <a:lumOff val="5000"/>
                  </a:prstClr>
                </a:solidFill>
              </a:rPr>
              <a:pPr/>
              <a:t>‹#›</a:t>
            </a:fld>
            <a:endParaRPr lang="en-US">
              <a:solidFill>
                <a:prstClr val="black">
                  <a:lumMod val="95000"/>
                  <a:lumOff val="5000"/>
                </a:prstClr>
              </a:solidFill>
            </a:endParaRPr>
          </a:p>
        </p:txBody>
      </p:sp>
      <p:sp>
        <p:nvSpPr>
          <p:cNvPr id="5" name="Title 1"/>
          <p:cNvSpPr>
            <a:spLocks noGrp="1"/>
          </p:cNvSpPr>
          <p:nvPr>
            <p:ph type="title" hasCustomPrompt="1"/>
          </p:nvPr>
        </p:nvSpPr>
        <p:spPr>
          <a:xfrm>
            <a:off x="1024128" y="585216"/>
            <a:ext cx="9720072" cy="1499616"/>
          </a:xfrm>
        </p:spPr>
        <p:txBody>
          <a:bodyPr>
            <a:normAutofit/>
          </a:bodyPr>
          <a:lstStyle>
            <a:lvl1pPr algn="ctr">
              <a:defRPr sz="6600">
                <a:solidFill>
                  <a:schemeClr val="accent4">
                    <a:lumMod val="75000"/>
                  </a:schemeClr>
                </a:solidFill>
              </a:defRPr>
            </a:lvl1pPr>
          </a:lstStyle>
          <a:p>
            <a:r>
              <a:rPr lang="en-US" dirty="0"/>
              <a:t>Your Turn</a:t>
            </a:r>
          </a:p>
        </p:txBody>
      </p:sp>
      <p:pic>
        <p:nvPicPr>
          <p:cNvPr id="12" name="Timer_Black_W_10_Alarm-6.mov" descr="Timer_Black_W_10_Alarm-6.mov"/>
          <p:cNvPicPr>
            <a:picLocks/>
          </p:cNvPicPr>
          <p:nvPr userDrawn="1">
            <a:videoFile r:link="rId2"/>
            <p:extLst>
              <p:ext uri="{DAA4B4D4-6D71-4841-9C94-3DE7FCFB9230}">
                <p14:media xmlns:p14="http://schemas.microsoft.com/office/powerpoint/2010/main" r:embed="rId1"/>
              </p:ext>
            </p:extLst>
          </p:nvPr>
        </p:nvPicPr>
        <p:blipFill>
          <a:blip r:embed="rId4"/>
          <a:stretch>
            <a:fillRect/>
          </a:stretch>
        </p:blipFill>
        <p:spPr>
          <a:xfrm>
            <a:off x="9680030" y="5679830"/>
            <a:ext cx="2130970" cy="637613"/>
          </a:xfrm>
          <a:prstGeom prst="rect">
            <a:avLst/>
          </a:prstGeom>
          <a:ln w="12700">
            <a:solidFill>
              <a:srgbClr val="A6AAA9"/>
            </a:solidFill>
            <a:miter lim="400000"/>
          </a:ln>
        </p:spPr>
      </p:pic>
      <p:sp>
        <p:nvSpPr>
          <p:cNvPr id="18" name="Text Placeholder 17"/>
          <p:cNvSpPr>
            <a:spLocks noGrp="1"/>
          </p:cNvSpPr>
          <p:nvPr>
            <p:ph type="body" sz="quarter" idx="13" hasCustomPrompt="1"/>
          </p:nvPr>
        </p:nvSpPr>
        <p:spPr>
          <a:xfrm>
            <a:off x="1024128" y="2238375"/>
            <a:ext cx="9720072" cy="3178175"/>
          </a:xfrm>
        </p:spPr>
        <p:txBody>
          <a:bodyPr>
            <a:normAutofit/>
          </a:bodyPr>
          <a:lstStyle>
            <a:lvl1pPr>
              <a:defRPr sz="4800">
                <a:solidFill>
                  <a:schemeClr val="accent4">
                    <a:lumMod val="75000"/>
                  </a:schemeClr>
                </a:solidFill>
              </a:defRPr>
            </a:lvl1pPr>
            <a:lvl2pPr>
              <a:defRPr sz="2800"/>
            </a:lvl2pPr>
            <a:lvl3pPr>
              <a:defRPr sz="2000"/>
            </a:lvl3pPr>
            <a:lvl4pPr>
              <a:defRPr sz="2000"/>
            </a:lvl4pPr>
            <a:lvl5pPr>
              <a:defRPr sz="2000"/>
            </a:lvl5pPr>
          </a:lstStyle>
          <a:p>
            <a:pPr lvl="0"/>
            <a:r>
              <a:rPr lang="en-US" dirty="0"/>
              <a:t>An exercise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1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100000">
                <p:cTn id="7" fill="hold" display="0">
                  <p:stCondLst>
                    <p:cond delay="indefinite"/>
                  </p:stCondLst>
                </p:cTn>
                <p:tgtEl>
                  <p:spTgt spid="12"/>
                </p:tgtEl>
              </p:cMediaNode>
            </p:video>
          </p:childTnLst>
        </p:cTn>
      </p:par>
    </p:tnLst>
  </p:timing>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Your_Turn_5min">
    <p:bg>
      <p:bgPr>
        <a:gradFill flip="none" rotWithShape="1">
          <a:gsLst>
            <a:gs pos="0">
              <a:schemeClr val="accent6">
                <a:lumMod val="5000"/>
                <a:lumOff val="95000"/>
              </a:schemeClr>
            </a:gs>
            <a:gs pos="74000">
              <a:schemeClr val="accent6">
                <a:lumMod val="45000"/>
                <a:lumOff val="55000"/>
              </a:schemeClr>
            </a:gs>
            <a:gs pos="83000">
              <a:schemeClr val="accent6">
                <a:lumMod val="45000"/>
                <a:lumOff val="55000"/>
              </a:schemeClr>
            </a:gs>
            <a:gs pos="100000">
              <a:schemeClr val="accent6">
                <a:lumMod val="30000"/>
                <a:lumOff val="70000"/>
              </a:schemeClr>
            </a:gs>
          </a:gsLst>
          <a:lin ang="5400000" scaled="1"/>
          <a:tileRect/>
        </a:gradFill>
        <a:effectLst/>
      </p:bgPr>
    </p:bg>
    <p:spTree>
      <p:nvGrpSpPr>
        <p:cNvPr id="1" name=""/>
        <p:cNvGrpSpPr/>
        <p:nvPr/>
      </p:nvGrpSpPr>
      <p:grpSpPr>
        <a:xfrm>
          <a:off x="0" y="0"/>
          <a:ext cx="0" cy="0"/>
          <a:chOff x="0" y="0"/>
          <a:chExt cx="0" cy="0"/>
        </a:xfrm>
      </p:grpSpPr>
      <p:pic>
        <p:nvPicPr>
          <p:cNvPr id="6" name="Timer_Black_W_10_Alarm-6">
            <a:hlinkClick r:id="" action="ppaction://media"/>
          </p:cNvPr>
          <p:cNvPicPr>
            <a:picLocks noChangeAspect="1"/>
          </p:cNvPicPr>
          <p:nvPr userDrawn="1">
            <a:videoFile r:link="rId2"/>
            <p:extLst>
              <p:ext uri="{DAA4B4D4-6D71-4841-9C94-3DE7FCFB9230}">
                <p14:media xmlns:p14="http://schemas.microsoft.com/office/powerpoint/2010/main" r:embed="rId1"/>
              </p:ext>
            </p:extLst>
          </p:nvPr>
        </p:nvPicPr>
        <p:blipFill>
          <a:blip r:embed="rId4"/>
          <a:stretch>
            <a:fillRect/>
          </a:stretch>
        </p:blipFill>
        <p:spPr>
          <a:xfrm>
            <a:off x="9680030" y="5679828"/>
            <a:ext cx="2130970" cy="637613"/>
          </a:xfrm>
          <a:prstGeom prst="rect">
            <a:avLst/>
          </a:prstGeom>
          <a:ln>
            <a:solidFill>
              <a:schemeClr val="bg1">
                <a:lumMod val="50000"/>
              </a:schemeClr>
            </a:solidFill>
          </a:ln>
        </p:spPr>
      </p:pic>
      <p:sp>
        <p:nvSpPr>
          <p:cNvPr id="2" name="Date Placeholder 1"/>
          <p:cNvSpPr>
            <a:spLocks noGrp="1"/>
          </p:cNvSpPr>
          <p:nvPr>
            <p:ph type="dt" sz="half" idx="10"/>
          </p:nvPr>
        </p:nvSpPr>
        <p:spPr/>
        <p:txBody>
          <a:bodyPr/>
          <a:lstStyle/>
          <a:p>
            <a:fld id="{F50D20D1-FB23-684F-9AB5-129D6BD98B56}" type="datetimeFigureOut">
              <a:rPr lang="en-US" smtClean="0">
                <a:solidFill>
                  <a:prstClr val="black">
                    <a:lumMod val="95000"/>
                    <a:lumOff val="5000"/>
                  </a:prstClr>
                </a:solidFill>
              </a:rPr>
              <a:pPr/>
              <a:t>3/20/26</a:t>
            </a:fld>
            <a:endParaRPr lang="en-US">
              <a:solidFill>
                <a:prstClr val="black">
                  <a:lumMod val="95000"/>
                  <a:lumOff val="5000"/>
                </a:prstClr>
              </a:solidFill>
            </a:endParaRPr>
          </a:p>
        </p:txBody>
      </p:sp>
      <p:sp>
        <p:nvSpPr>
          <p:cNvPr id="3" name="Footer Placeholder 2"/>
          <p:cNvSpPr>
            <a:spLocks noGrp="1"/>
          </p:cNvSpPr>
          <p:nvPr>
            <p:ph type="ftr" sz="quarter" idx="11"/>
          </p:nvPr>
        </p:nvSpPr>
        <p:spPr/>
        <p:txBody>
          <a:bodyPr/>
          <a:lstStyle/>
          <a:p>
            <a:endParaRPr lang="en-US">
              <a:solidFill>
                <a:prstClr val="black">
                  <a:lumMod val="95000"/>
                  <a:lumOff val="5000"/>
                </a:prstClr>
              </a:solidFill>
            </a:endParaRPr>
          </a:p>
        </p:txBody>
      </p:sp>
      <p:sp>
        <p:nvSpPr>
          <p:cNvPr id="4" name="Slide Number Placeholder 3"/>
          <p:cNvSpPr>
            <a:spLocks noGrp="1"/>
          </p:cNvSpPr>
          <p:nvPr>
            <p:ph type="sldNum" sz="quarter" idx="12"/>
          </p:nvPr>
        </p:nvSpPr>
        <p:spPr/>
        <p:txBody>
          <a:bodyPr/>
          <a:lstStyle/>
          <a:p>
            <a:fld id="{E7EBC154-6848-214C-B925-399887F0DE31}" type="slidenum">
              <a:rPr lang="en-US" smtClean="0">
                <a:solidFill>
                  <a:prstClr val="black">
                    <a:lumMod val="95000"/>
                    <a:lumOff val="5000"/>
                  </a:prstClr>
                </a:solidFill>
              </a:rPr>
              <a:pPr/>
              <a:t>‹#›</a:t>
            </a:fld>
            <a:endParaRPr lang="en-US">
              <a:solidFill>
                <a:prstClr val="black">
                  <a:lumMod val="95000"/>
                  <a:lumOff val="5000"/>
                </a:prstClr>
              </a:solidFill>
            </a:endParaRPr>
          </a:p>
        </p:txBody>
      </p:sp>
      <p:sp>
        <p:nvSpPr>
          <p:cNvPr id="5" name="Title 1"/>
          <p:cNvSpPr>
            <a:spLocks noGrp="1"/>
          </p:cNvSpPr>
          <p:nvPr>
            <p:ph type="title" hasCustomPrompt="1"/>
          </p:nvPr>
        </p:nvSpPr>
        <p:spPr>
          <a:xfrm>
            <a:off x="1024128" y="585216"/>
            <a:ext cx="9720072" cy="1499616"/>
          </a:xfrm>
        </p:spPr>
        <p:txBody>
          <a:bodyPr>
            <a:normAutofit/>
          </a:bodyPr>
          <a:lstStyle>
            <a:lvl1pPr algn="ctr">
              <a:defRPr sz="6600">
                <a:solidFill>
                  <a:schemeClr val="accent4">
                    <a:lumMod val="75000"/>
                  </a:schemeClr>
                </a:solidFill>
              </a:defRPr>
            </a:lvl1pPr>
          </a:lstStyle>
          <a:p>
            <a:r>
              <a:rPr lang="en-US" dirty="0"/>
              <a:t>Your Turn</a:t>
            </a:r>
          </a:p>
        </p:txBody>
      </p:sp>
      <p:pic>
        <p:nvPicPr>
          <p:cNvPr id="8" name="Timer_Black_W_10_Alarm-6.mov" descr="Timer_Black_W_10_Alarm-6.mov"/>
          <p:cNvPicPr>
            <a:picLocks/>
          </p:cNvPicPr>
          <p:nvPr userDrawn="1">
            <a:videoFile r:link="rId2"/>
            <p:extLst>
              <p:ext uri="{DAA4B4D4-6D71-4841-9C94-3DE7FCFB9230}">
                <p14:media xmlns:p14="http://schemas.microsoft.com/office/powerpoint/2010/main" r:embed="rId1"/>
              </p:ext>
            </p:extLst>
          </p:nvPr>
        </p:nvPicPr>
        <p:blipFill>
          <a:blip r:embed="rId5"/>
          <a:stretch>
            <a:fillRect/>
          </a:stretch>
        </p:blipFill>
        <p:spPr>
          <a:xfrm>
            <a:off x="19088406" y="11645648"/>
            <a:ext cx="4544635" cy="1359812"/>
          </a:xfrm>
          <a:prstGeom prst="rect">
            <a:avLst/>
          </a:prstGeom>
          <a:ln w="12700">
            <a:solidFill>
              <a:srgbClr val="A6AAA9"/>
            </a:solidFill>
            <a:miter lim="400000"/>
          </a:ln>
        </p:spPr>
      </p:pic>
      <p:sp>
        <p:nvSpPr>
          <p:cNvPr id="10" name="Text Placeholder 17"/>
          <p:cNvSpPr>
            <a:spLocks noGrp="1"/>
          </p:cNvSpPr>
          <p:nvPr>
            <p:ph type="body" sz="quarter" idx="13" hasCustomPrompt="1"/>
          </p:nvPr>
        </p:nvSpPr>
        <p:spPr>
          <a:xfrm>
            <a:off x="1024128" y="2238375"/>
            <a:ext cx="9720072" cy="3178175"/>
          </a:xfrm>
        </p:spPr>
        <p:txBody>
          <a:bodyPr>
            <a:normAutofit/>
          </a:bodyPr>
          <a:lstStyle>
            <a:lvl1pPr>
              <a:defRPr sz="4800">
                <a:solidFill>
                  <a:schemeClr val="accent4">
                    <a:lumMod val="75000"/>
                  </a:schemeClr>
                </a:solidFill>
              </a:defRPr>
            </a:lvl1pPr>
            <a:lvl2pPr>
              <a:defRPr sz="2800"/>
            </a:lvl2pPr>
            <a:lvl3pPr>
              <a:defRPr sz="2000"/>
            </a:lvl3pPr>
            <a:lvl4pPr>
              <a:defRPr sz="2000"/>
            </a:lvl4pPr>
            <a:lvl5pPr>
              <a:defRPr sz="2000"/>
            </a:lvl5pPr>
          </a:lstStyle>
          <a:p>
            <a:pPr lvl="0"/>
            <a:r>
              <a:rPr lang="en-US" dirty="0"/>
              <a:t>An exercise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90000000" fill="hold"/>
                                        <p:tgtEl>
                                          <p:spTgt spid="8"/>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100000">
                <p:cTn id="7" fill="hold" display="0">
                  <p:stCondLst>
                    <p:cond delay="indefinite"/>
                  </p:stCondLst>
                </p:cTn>
                <p:tgtEl>
                  <p:spTgt spid="8"/>
                </p:tgtEl>
              </p:cMediaNode>
            </p:video>
            <p:seq concurrent="1" nextAc="seek">
              <p:cTn id="8" restart="whenNotActive" fill="hold" evtFilter="cancelBubble" nodeType="interactiveSeq">
                <p:stCondLst>
                  <p:cond evt="onClick" delay="0">
                    <p:tgtEl>
                      <p:spTgt spid="6"/>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6"/>
                                        </p:tgtEl>
                                      </p:cBhvr>
                                    </p:cmd>
                                  </p:childTnLst>
                                </p:cTn>
                              </p:par>
                            </p:childTnLst>
                          </p:cTn>
                        </p:par>
                      </p:childTnLst>
                    </p:cTn>
                  </p:par>
                </p:childTnLst>
              </p:cTn>
              <p:nextCondLst>
                <p:cond evt="onClick" delay="0">
                  <p:tgtEl>
                    <p:spTgt spid="6"/>
                  </p:tgtEl>
                </p:cond>
              </p:nextCondLst>
            </p:seq>
            <p:video>
              <p:cMediaNode vol="80000">
                <p:cTn id="13" fill="hold" display="0">
                  <p:stCondLst>
                    <p:cond delay="indefinite"/>
                  </p:stCondLst>
                </p:cTn>
                <p:tgtEl>
                  <p:spTgt spid="6"/>
                </p:tgtEl>
              </p:cMediaNode>
            </p:video>
          </p:childTnLst>
        </p:cTn>
      </p:par>
    </p:tnLst>
  </p:timing>
  <p:extLst>
    <p:ext uri="{DCECCB84-F9BA-43D5-87BE-67443E8EF086}">
      <p15:sldGuideLst xmlns:p15="http://schemas.microsoft.com/office/powerpoint/2012/main"/>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Your_Turn_3min">
    <p:bg>
      <p:bgPr>
        <a:gradFill flip="none" rotWithShape="1">
          <a:gsLst>
            <a:gs pos="0">
              <a:schemeClr val="accent6">
                <a:lumMod val="5000"/>
                <a:lumOff val="95000"/>
              </a:schemeClr>
            </a:gs>
            <a:gs pos="74000">
              <a:schemeClr val="accent6">
                <a:lumMod val="45000"/>
                <a:lumOff val="55000"/>
              </a:schemeClr>
            </a:gs>
            <a:gs pos="83000">
              <a:schemeClr val="accent6">
                <a:lumMod val="45000"/>
                <a:lumOff val="55000"/>
              </a:schemeClr>
            </a:gs>
            <a:gs pos="100000">
              <a:schemeClr val="accent6">
                <a:lumMod val="30000"/>
                <a:lumOff val="70000"/>
              </a:schemeClr>
            </a:gs>
          </a:gsLst>
          <a:lin ang="5400000" scaled="1"/>
          <a:tileRect/>
        </a:gradFill>
        <a:effectLst/>
      </p:bgPr>
    </p:bg>
    <p:spTree>
      <p:nvGrpSpPr>
        <p:cNvPr id="1" name=""/>
        <p:cNvGrpSpPr/>
        <p:nvPr/>
      </p:nvGrpSpPr>
      <p:grpSpPr>
        <a:xfrm>
          <a:off x="0" y="0"/>
          <a:ext cx="0" cy="0"/>
          <a:chOff x="0" y="0"/>
          <a:chExt cx="0" cy="0"/>
        </a:xfrm>
      </p:grpSpPr>
      <p:pic>
        <p:nvPicPr>
          <p:cNvPr id="6" name="timer_3min">
            <a:hlinkClick r:id="" action="ppaction://media"/>
          </p:cNvPr>
          <p:cNvPicPr>
            <a:picLocks noChangeAspect="1"/>
          </p:cNvPicPr>
          <p:nvPr userDrawn="1">
            <a:videoFile r:link="rId2"/>
            <p:extLst>
              <p:ext uri="{DAA4B4D4-6D71-4841-9C94-3DE7FCFB9230}">
                <p14:media xmlns:p14="http://schemas.microsoft.com/office/powerpoint/2010/main" r:embed="rId1"/>
              </p:ext>
            </p:extLst>
          </p:nvPr>
        </p:nvPicPr>
        <p:blipFill>
          <a:blip r:embed="rId4"/>
          <a:stretch>
            <a:fillRect/>
          </a:stretch>
        </p:blipFill>
        <p:spPr>
          <a:xfrm>
            <a:off x="9680030" y="5679827"/>
            <a:ext cx="2130970" cy="637613"/>
          </a:xfrm>
          <a:prstGeom prst="rect">
            <a:avLst/>
          </a:prstGeom>
          <a:ln>
            <a:solidFill>
              <a:schemeClr val="bg1">
                <a:lumMod val="50000"/>
              </a:schemeClr>
            </a:solidFill>
          </a:ln>
        </p:spPr>
      </p:pic>
      <p:sp>
        <p:nvSpPr>
          <p:cNvPr id="2" name="Date Placeholder 1"/>
          <p:cNvSpPr>
            <a:spLocks noGrp="1"/>
          </p:cNvSpPr>
          <p:nvPr>
            <p:ph type="dt" sz="half" idx="10"/>
          </p:nvPr>
        </p:nvSpPr>
        <p:spPr/>
        <p:txBody>
          <a:bodyPr/>
          <a:lstStyle/>
          <a:p>
            <a:fld id="{F50D20D1-FB23-684F-9AB5-129D6BD98B56}" type="datetimeFigureOut">
              <a:rPr lang="en-US" smtClean="0">
                <a:solidFill>
                  <a:prstClr val="black">
                    <a:lumMod val="95000"/>
                    <a:lumOff val="5000"/>
                  </a:prstClr>
                </a:solidFill>
              </a:rPr>
              <a:pPr/>
              <a:t>3/20/26</a:t>
            </a:fld>
            <a:endParaRPr lang="en-US">
              <a:solidFill>
                <a:prstClr val="black">
                  <a:lumMod val="95000"/>
                  <a:lumOff val="5000"/>
                </a:prstClr>
              </a:solidFill>
            </a:endParaRPr>
          </a:p>
        </p:txBody>
      </p:sp>
      <p:sp>
        <p:nvSpPr>
          <p:cNvPr id="3" name="Footer Placeholder 2"/>
          <p:cNvSpPr>
            <a:spLocks noGrp="1"/>
          </p:cNvSpPr>
          <p:nvPr>
            <p:ph type="ftr" sz="quarter" idx="11"/>
          </p:nvPr>
        </p:nvSpPr>
        <p:spPr/>
        <p:txBody>
          <a:bodyPr/>
          <a:lstStyle/>
          <a:p>
            <a:endParaRPr lang="en-US">
              <a:solidFill>
                <a:prstClr val="black">
                  <a:lumMod val="95000"/>
                  <a:lumOff val="5000"/>
                </a:prstClr>
              </a:solidFill>
            </a:endParaRPr>
          </a:p>
        </p:txBody>
      </p:sp>
      <p:sp>
        <p:nvSpPr>
          <p:cNvPr id="4" name="Slide Number Placeholder 3"/>
          <p:cNvSpPr>
            <a:spLocks noGrp="1"/>
          </p:cNvSpPr>
          <p:nvPr>
            <p:ph type="sldNum" sz="quarter" idx="12"/>
          </p:nvPr>
        </p:nvSpPr>
        <p:spPr/>
        <p:txBody>
          <a:bodyPr/>
          <a:lstStyle/>
          <a:p>
            <a:fld id="{E7EBC154-6848-214C-B925-399887F0DE31}" type="slidenum">
              <a:rPr lang="en-US" smtClean="0">
                <a:solidFill>
                  <a:prstClr val="black">
                    <a:lumMod val="95000"/>
                    <a:lumOff val="5000"/>
                  </a:prstClr>
                </a:solidFill>
              </a:rPr>
              <a:pPr/>
              <a:t>‹#›</a:t>
            </a:fld>
            <a:endParaRPr lang="en-US">
              <a:solidFill>
                <a:prstClr val="black">
                  <a:lumMod val="95000"/>
                  <a:lumOff val="5000"/>
                </a:prstClr>
              </a:solidFill>
            </a:endParaRPr>
          </a:p>
        </p:txBody>
      </p:sp>
      <p:sp>
        <p:nvSpPr>
          <p:cNvPr id="5" name="Title 1"/>
          <p:cNvSpPr>
            <a:spLocks noGrp="1"/>
          </p:cNvSpPr>
          <p:nvPr>
            <p:ph type="title" hasCustomPrompt="1"/>
          </p:nvPr>
        </p:nvSpPr>
        <p:spPr>
          <a:xfrm>
            <a:off x="1024128" y="585216"/>
            <a:ext cx="9720072" cy="1499616"/>
          </a:xfrm>
        </p:spPr>
        <p:txBody>
          <a:bodyPr>
            <a:normAutofit/>
          </a:bodyPr>
          <a:lstStyle>
            <a:lvl1pPr algn="ctr">
              <a:defRPr sz="6600">
                <a:solidFill>
                  <a:schemeClr val="accent4">
                    <a:lumMod val="75000"/>
                  </a:schemeClr>
                </a:solidFill>
              </a:defRPr>
            </a:lvl1pPr>
          </a:lstStyle>
          <a:p>
            <a:r>
              <a:rPr lang="en-US" dirty="0"/>
              <a:t>Your Turn</a:t>
            </a:r>
          </a:p>
        </p:txBody>
      </p:sp>
      <p:sp>
        <p:nvSpPr>
          <p:cNvPr id="10" name="Text Placeholder 17"/>
          <p:cNvSpPr>
            <a:spLocks noGrp="1"/>
          </p:cNvSpPr>
          <p:nvPr>
            <p:ph type="body" sz="quarter" idx="13" hasCustomPrompt="1"/>
          </p:nvPr>
        </p:nvSpPr>
        <p:spPr>
          <a:xfrm>
            <a:off x="1024128" y="2238375"/>
            <a:ext cx="9720072" cy="3178175"/>
          </a:xfrm>
        </p:spPr>
        <p:txBody>
          <a:bodyPr>
            <a:normAutofit/>
          </a:bodyPr>
          <a:lstStyle>
            <a:lvl1pPr>
              <a:defRPr sz="4800">
                <a:solidFill>
                  <a:schemeClr val="accent4">
                    <a:lumMod val="75000"/>
                  </a:schemeClr>
                </a:solidFill>
              </a:defRPr>
            </a:lvl1pPr>
            <a:lvl2pPr>
              <a:defRPr sz="2800"/>
            </a:lvl2pPr>
            <a:lvl3pPr>
              <a:defRPr sz="2000"/>
            </a:lvl3pPr>
            <a:lvl4pPr>
              <a:defRPr sz="2000"/>
            </a:lvl4pPr>
            <a:lvl5pPr>
              <a:defRPr sz="2000"/>
            </a:lvl5pPr>
          </a:lstStyle>
          <a:p>
            <a:pPr lvl="0"/>
            <a:r>
              <a:rPr lang="en-US" dirty="0"/>
              <a:t>An exercise</a:t>
            </a:r>
          </a:p>
        </p:txBody>
      </p:sp>
    </p:spTree>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6"/>
                    </p:tgtEl>
                  </p:cond>
                </p:stCondLst>
                <p:endSync evt="end" delay="0">
                  <p:rtn val="all"/>
                </p:endSync>
                <p:childTnLst>
                  <p:par>
                    <p:cTn id="3" fill="hold">
                      <p:stCondLst>
                        <p:cond delay="0"/>
                      </p:stCondLst>
                      <p:childTnLst>
                        <p:par>
                          <p:cTn id="4" fill="hold">
                            <p:stCondLst>
                              <p:cond delay="0"/>
                            </p:stCondLst>
                            <p:childTnLst>
                              <p:par>
                                <p:cTn id="5" presetID="2" presetClass="mediacall" presetSubtype="0" fill="hold" nodeType="clickEffect">
                                  <p:stCondLst>
                                    <p:cond delay="0"/>
                                  </p:stCondLst>
                                  <p:childTnLst>
                                    <p:cmd type="call" cmd="togglePause">
                                      <p:cBhvr>
                                        <p:cTn id="6" dur="1" fill="hold"/>
                                        <p:tgtEl>
                                          <p:spTgt spid="6"/>
                                        </p:tgtEl>
                                      </p:cBhvr>
                                    </p:cmd>
                                  </p:childTnLst>
                                </p:cTn>
                              </p:par>
                            </p:childTnLst>
                          </p:cTn>
                        </p:par>
                      </p:childTnLst>
                    </p:cTn>
                  </p:par>
                </p:childTnLst>
              </p:cTn>
              <p:nextCondLst>
                <p:cond evt="onClick" delay="0">
                  <p:tgtEl>
                    <p:spTgt spid="6"/>
                  </p:tgtEl>
                </p:cond>
              </p:nextCondLst>
            </p:seq>
            <p:video>
              <p:cMediaNode vol="80000">
                <p:cTn id="7" fill="hold" display="0">
                  <p:stCondLst>
                    <p:cond delay="indefinite"/>
                  </p:stCondLst>
                </p:cTn>
                <p:tgtEl>
                  <p:spTgt spid="6"/>
                </p:tgtEl>
              </p:cMediaNode>
            </p:video>
          </p:childTnLst>
        </p:cTn>
      </p:par>
    </p:tnLst>
  </p:timing>
  <p:extLst>
    <p:ext uri="{DCECCB84-F9BA-43D5-87BE-67443E8EF086}">
      <p15:sldGuideLst xmlns:p15="http://schemas.microsoft.com/office/powerpoint/2012/main"/>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Your_Turn_1min">
    <p:bg>
      <p:bgPr>
        <a:gradFill flip="none" rotWithShape="1">
          <a:gsLst>
            <a:gs pos="0">
              <a:schemeClr val="accent6">
                <a:lumMod val="5000"/>
                <a:lumOff val="95000"/>
              </a:schemeClr>
            </a:gs>
            <a:gs pos="74000">
              <a:schemeClr val="accent6">
                <a:lumMod val="45000"/>
                <a:lumOff val="55000"/>
              </a:schemeClr>
            </a:gs>
            <a:gs pos="83000">
              <a:schemeClr val="accent6">
                <a:lumMod val="45000"/>
                <a:lumOff val="55000"/>
              </a:schemeClr>
            </a:gs>
            <a:gs pos="100000">
              <a:schemeClr val="accent6">
                <a:lumMod val="30000"/>
                <a:lumOff val="70000"/>
              </a:schemeClr>
            </a:gs>
          </a:gsLst>
          <a:lin ang="5400000" scaled="1"/>
          <a:tileRect/>
        </a:gradFill>
        <a:effectLst/>
      </p:bgPr>
    </p:bg>
    <p:spTree>
      <p:nvGrpSpPr>
        <p:cNvPr id="1" name=""/>
        <p:cNvGrpSpPr/>
        <p:nvPr/>
      </p:nvGrpSpPr>
      <p:grpSpPr>
        <a:xfrm>
          <a:off x="0" y="0"/>
          <a:ext cx="0" cy="0"/>
          <a:chOff x="0" y="0"/>
          <a:chExt cx="0" cy="0"/>
        </a:xfrm>
      </p:grpSpPr>
      <p:pic>
        <p:nvPicPr>
          <p:cNvPr id="67" name="timer_1min">
            <a:hlinkClick r:id="" action="ppaction://media"/>
          </p:cNvPr>
          <p:cNvPicPr>
            <a:picLocks noChangeAspect="1"/>
          </p:cNvPicPr>
          <p:nvPr userDrawn="1">
            <a:videoFile r:link="rId2"/>
            <p:extLst>
              <p:ext uri="{DAA4B4D4-6D71-4841-9C94-3DE7FCFB9230}">
                <p14:media xmlns:p14="http://schemas.microsoft.com/office/powerpoint/2010/main" r:embed="rId1"/>
              </p:ext>
            </p:extLst>
          </p:nvPr>
        </p:nvPicPr>
        <p:blipFill>
          <a:blip r:embed="rId4"/>
          <a:stretch>
            <a:fillRect/>
          </a:stretch>
        </p:blipFill>
        <p:spPr>
          <a:xfrm>
            <a:off x="9680030" y="5679827"/>
            <a:ext cx="2130970" cy="637613"/>
          </a:xfrm>
          <a:prstGeom prst="rect">
            <a:avLst/>
          </a:prstGeom>
          <a:ln>
            <a:solidFill>
              <a:schemeClr val="bg1">
                <a:lumMod val="50000"/>
              </a:schemeClr>
            </a:solidFill>
          </a:ln>
        </p:spPr>
      </p:pic>
      <p:sp>
        <p:nvSpPr>
          <p:cNvPr id="2" name="Date Placeholder 1"/>
          <p:cNvSpPr>
            <a:spLocks noGrp="1"/>
          </p:cNvSpPr>
          <p:nvPr>
            <p:ph type="dt" sz="half" idx="10"/>
          </p:nvPr>
        </p:nvSpPr>
        <p:spPr/>
        <p:txBody>
          <a:bodyPr/>
          <a:lstStyle/>
          <a:p>
            <a:fld id="{F50D20D1-FB23-684F-9AB5-129D6BD98B56}" type="datetimeFigureOut">
              <a:rPr lang="en-US" smtClean="0">
                <a:solidFill>
                  <a:prstClr val="black">
                    <a:lumMod val="95000"/>
                    <a:lumOff val="5000"/>
                  </a:prstClr>
                </a:solidFill>
              </a:rPr>
              <a:pPr/>
              <a:t>3/20/26</a:t>
            </a:fld>
            <a:endParaRPr lang="en-US">
              <a:solidFill>
                <a:prstClr val="black">
                  <a:lumMod val="95000"/>
                  <a:lumOff val="5000"/>
                </a:prstClr>
              </a:solidFill>
            </a:endParaRPr>
          </a:p>
        </p:txBody>
      </p:sp>
      <p:sp>
        <p:nvSpPr>
          <p:cNvPr id="3" name="Footer Placeholder 2"/>
          <p:cNvSpPr>
            <a:spLocks noGrp="1"/>
          </p:cNvSpPr>
          <p:nvPr>
            <p:ph type="ftr" sz="quarter" idx="11"/>
          </p:nvPr>
        </p:nvSpPr>
        <p:spPr/>
        <p:txBody>
          <a:bodyPr/>
          <a:lstStyle/>
          <a:p>
            <a:endParaRPr lang="en-US">
              <a:solidFill>
                <a:prstClr val="black">
                  <a:lumMod val="95000"/>
                  <a:lumOff val="5000"/>
                </a:prstClr>
              </a:solidFill>
            </a:endParaRPr>
          </a:p>
        </p:txBody>
      </p:sp>
      <p:sp>
        <p:nvSpPr>
          <p:cNvPr id="4" name="Slide Number Placeholder 3"/>
          <p:cNvSpPr>
            <a:spLocks noGrp="1"/>
          </p:cNvSpPr>
          <p:nvPr>
            <p:ph type="sldNum" sz="quarter" idx="12"/>
          </p:nvPr>
        </p:nvSpPr>
        <p:spPr/>
        <p:txBody>
          <a:bodyPr/>
          <a:lstStyle/>
          <a:p>
            <a:fld id="{E7EBC154-6848-214C-B925-399887F0DE31}" type="slidenum">
              <a:rPr lang="en-US" smtClean="0">
                <a:solidFill>
                  <a:prstClr val="black">
                    <a:lumMod val="95000"/>
                    <a:lumOff val="5000"/>
                  </a:prstClr>
                </a:solidFill>
              </a:rPr>
              <a:pPr/>
              <a:t>‹#›</a:t>
            </a:fld>
            <a:endParaRPr lang="en-US">
              <a:solidFill>
                <a:prstClr val="black">
                  <a:lumMod val="95000"/>
                  <a:lumOff val="5000"/>
                </a:prstClr>
              </a:solidFill>
            </a:endParaRPr>
          </a:p>
        </p:txBody>
      </p:sp>
      <p:sp>
        <p:nvSpPr>
          <p:cNvPr id="5" name="Title 1"/>
          <p:cNvSpPr>
            <a:spLocks noGrp="1"/>
          </p:cNvSpPr>
          <p:nvPr>
            <p:ph type="title" hasCustomPrompt="1"/>
          </p:nvPr>
        </p:nvSpPr>
        <p:spPr>
          <a:xfrm>
            <a:off x="1024128" y="585216"/>
            <a:ext cx="9720072" cy="1499616"/>
          </a:xfrm>
        </p:spPr>
        <p:txBody>
          <a:bodyPr>
            <a:normAutofit/>
          </a:bodyPr>
          <a:lstStyle>
            <a:lvl1pPr algn="ctr">
              <a:defRPr sz="6600">
                <a:solidFill>
                  <a:schemeClr val="accent4">
                    <a:lumMod val="75000"/>
                  </a:schemeClr>
                </a:solidFill>
              </a:defRPr>
            </a:lvl1pPr>
          </a:lstStyle>
          <a:p>
            <a:r>
              <a:rPr lang="en-US" dirty="0"/>
              <a:t>Your Turn</a:t>
            </a:r>
          </a:p>
        </p:txBody>
      </p:sp>
      <p:sp>
        <p:nvSpPr>
          <p:cNvPr id="11" name="Text Placeholder 17"/>
          <p:cNvSpPr>
            <a:spLocks noGrp="1"/>
          </p:cNvSpPr>
          <p:nvPr>
            <p:ph type="body" sz="quarter" idx="13" hasCustomPrompt="1"/>
          </p:nvPr>
        </p:nvSpPr>
        <p:spPr>
          <a:xfrm>
            <a:off x="1024128" y="2238375"/>
            <a:ext cx="9720072" cy="3178175"/>
          </a:xfrm>
        </p:spPr>
        <p:txBody>
          <a:bodyPr>
            <a:normAutofit/>
          </a:bodyPr>
          <a:lstStyle>
            <a:lvl1pPr>
              <a:defRPr sz="4800">
                <a:solidFill>
                  <a:schemeClr val="accent4">
                    <a:lumMod val="75000"/>
                  </a:schemeClr>
                </a:solidFill>
              </a:defRPr>
            </a:lvl1pPr>
            <a:lvl2pPr>
              <a:defRPr sz="2800"/>
            </a:lvl2pPr>
            <a:lvl3pPr>
              <a:defRPr sz="2000"/>
            </a:lvl3pPr>
            <a:lvl4pPr>
              <a:defRPr sz="2000"/>
            </a:lvl4pPr>
            <a:lvl5pPr>
              <a:defRPr sz="2000"/>
            </a:lvl5pPr>
          </a:lstStyle>
          <a:p>
            <a:pPr lvl="0"/>
            <a:r>
              <a:rPr lang="en-US" dirty="0"/>
              <a:t>An exercise</a:t>
            </a:r>
          </a:p>
        </p:txBody>
      </p:sp>
    </p:spTree>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67"/>
                    </p:tgtEl>
                  </p:cond>
                </p:stCondLst>
                <p:endSync evt="end" delay="0">
                  <p:rtn val="all"/>
                </p:endSync>
                <p:childTnLst>
                  <p:par>
                    <p:cTn id="3" fill="hold">
                      <p:stCondLst>
                        <p:cond delay="0"/>
                      </p:stCondLst>
                      <p:childTnLst>
                        <p:par>
                          <p:cTn id="4" fill="hold">
                            <p:stCondLst>
                              <p:cond delay="0"/>
                            </p:stCondLst>
                            <p:childTnLst>
                              <p:par>
                                <p:cTn id="5" presetID="2" presetClass="mediacall" presetSubtype="0" fill="hold" nodeType="clickEffect">
                                  <p:stCondLst>
                                    <p:cond delay="0"/>
                                  </p:stCondLst>
                                  <p:childTnLst>
                                    <p:cmd type="call" cmd="togglePause">
                                      <p:cBhvr>
                                        <p:cTn id="6" dur="1" fill="hold"/>
                                        <p:tgtEl>
                                          <p:spTgt spid="67"/>
                                        </p:tgtEl>
                                      </p:cBhvr>
                                    </p:cmd>
                                  </p:childTnLst>
                                </p:cTn>
                              </p:par>
                            </p:childTnLst>
                          </p:cTn>
                        </p:par>
                      </p:childTnLst>
                    </p:cTn>
                  </p:par>
                </p:childTnLst>
              </p:cTn>
              <p:nextCondLst>
                <p:cond evt="onClick" delay="0">
                  <p:tgtEl>
                    <p:spTgt spid="67"/>
                  </p:tgtEl>
                </p:cond>
              </p:nextCondLst>
            </p:seq>
            <p:video>
              <p:cMediaNode vol="80000">
                <p:cTn id="7" fill="hold" display="0">
                  <p:stCondLst>
                    <p:cond delay="indefinite"/>
                  </p:stCondLst>
                </p:cTn>
                <p:tgtEl>
                  <p:spTgt spid="67"/>
                </p:tgtEl>
              </p:cMediaNode>
            </p:video>
          </p:childTnLst>
        </p:cTn>
      </p:par>
    </p:tnLst>
  </p:timing>
  <p:extLst>
    <p:ext uri="{DCECCB84-F9BA-43D5-87BE-67443E8EF086}">
      <p15:sldGuideLst xmlns:p15="http://schemas.microsoft.com/office/powerpoint/2012/main"/>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Your_Turn_no_timer">
    <p:bg>
      <p:bgPr>
        <a:gradFill flip="none" rotWithShape="1">
          <a:gsLst>
            <a:gs pos="0">
              <a:schemeClr val="accent6">
                <a:lumMod val="5000"/>
                <a:lumOff val="95000"/>
              </a:schemeClr>
            </a:gs>
            <a:gs pos="74000">
              <a:schemeClr val="accent6">
                <a:lumMod val="45000"/>
                <a:lumOff val="55000"/>
              </a:schemeClr>
            </a:gs>
            <a:gs pos="83000">
              <a:schemeClr val="accent6">
                <a:lumMod val="45000"/>
                <a:lumOff val="55000"/>
              </a:schemeClr>
            </a:gs>
            <a:gs pos="100000">
              <a:schemeClr val="accent6">
                <a:lumMod val="30000"/>
                <a:lumOff val="70000"/>
              </a:schemeClr>
            </a:gs>
          </a:gsLst>
          <a:lin ang="5400000" scaled="1"/>
          <a:tileRect/>
        </a:grad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50D20D1-FB23-684F-9AB5-129D6BD98B56}" type="datetimeFigureOut">
              <a:rPr lang="en-US" smtClean="0">
                <a:solidFill>
                  <a:prstClr val="black">
                    <a:lumMod val="95000"/>
                    <a:lumOff val="5000"/>
                  </a:prstClr>
                </a:solidFill>
              </a:rPr>
              <a:pPr/>
              <a:t>3/20/26</a:t>
            </a:fld>
            <a:endParaRPr lang="en-US">
              <a:solidFill>
                <a:prstClr val="black">
                  <a:lumMod val="95000"/>
                  <a:lumOff val="5000"/>
                </a:prstClr>
              </a:solidFill>
            </a:endParaRPr>
          </a:p>
        </p:txBody>
      </p:sp>
      <p:sp>
        <p:nvSpPr>
          <p:cNvPr id="3" name="Footer Placeholder 2"/>
          <p:cNvSpPr>
            <a:spLocks noGrp="1"/>
          </p:cNvSpPr>
          <p:nvPr>
            <p:ph type="ftr" sz="quarter" idx="11"/>
          </p:nvPr>
        </p:nvSpPr>
        <p:spPr/>
        <p:txBody>
          <a:bodyPr/>
          <a:lstStyle/>
          <a:p>
            <a:endParaRPr lang="en-US">
              <a:solidFill>
                <a:prstClr val="black">
                  <a:lumMod val="95000"/>
                  <a:lumOff val="5000"/>
                </a:prstClr>
              </a:solidFill>
            </a:endParaRPr>
          </a:p>
        </p:txBody>
      </p:sp>
      <p:sp>
        <p:nvSpPr>
          <p:cNvPr id="4" name="Slide Number Placeholder 3"/>
          <p:cNvSpPr>
            <a:spLocks noGrp="1"/>
          </p:cNvSpPr>
          <p:nvPr>
            <p:ph type="sldNum" sz="quarter" idx="12"/>
          </p:nvPr>
        </p:nvSpPr>
        <p:spPr/>
        <p:txBody>
          <a:bodyPr/>
          <a:lstStyle/>
          <a:p>
            <a:fld id="{E7EBC154-6848-214C-B925-399887F0DE31}" type="slidenum">
              <a:rPr lang="en-US" smtClean="0">
                <a:solidFill>
                  <a:prstClr val="black">
                    <a:lumMod val="95000"/>
                    <a:lumOff val="5000"/>
                  </a:prstClr>
                </a:solidFill>
              </a:rPr>
              <a:pPr/>
              <a:t>‹#›</a:t>
            </a:fld>
            <a:endParaRPr lang="en-US">
              <a:solidFill>
                <a:prstClr val="black">
                  <a:lumMod val="95000"/>
                  <a:lumOff val="5000"/>
                </a:prstClr>
              </a:solidFill>
            </a:endParaRPr>
          </a:p>
        </p:txBody>
      </p:sp>
      <p:sp>
        <p:nvSpPr>
          <p:cNvPr id="5" name="Title 1"/>
          <p:cNvSpPr>
            <a:spLocks noGrp="1"/>
          </p:cNvSpPr>
          <p:nvPr>
            <p:ph type="title" hasCustomPrompt="1"/>
          </p:nvPr>
        </p:nvSpPr>
        <p:spPr>
          <a:xfrm>
            <a:off x="1024128" y="585216"/>
            <a:ext cx="9720072" cy="1499616"/>
          </a:xfrm>
        </p:spPr>
        <p:txBody>
          <a:bodyPr>
            <a:normAutofit/>
          </a:bodyPr>
          <a:lstStyle>
            <a:lvl1pPr algn="ctr">
              <a:defRPr sz="6600">
                <a:solidFill>
                  <a:schemeClr val="accent4">
                    <a:lumMod val="75000"/>
                  </a:schemeClr>
                </a:solidFill>
              </a:defRPr>
            </a:lvl1pPr>
          </a:lstStyle>
          <a:p>
            <a:r>
              <a:rPr lang="en-US" dirty="0"/>
              <a:t>Your Turn</a:t>
            </a:r>
          </a:p>
        </p:txBody>
      </p:sp>
      <p:sp>
        <p:nvSpPr>
          <p:cNvPr id="11" name="Text Placeholder 17"/>
          <p:cNvSpPr>
            <a:spLocks noGrp="1"/>
          </p:cNvSpPr>
          <p:nvPr>
            <p:ph type="body" sz="quarter" idx="13" hasCustomPrompt="1"/>
          </p:nvPr>
        </p:nvSpPr>
        <p:spPr>
          <a:xfrm>
            <a:off x="1024128" y="2238375"/>
            <a:ext cx="9720072" cy="3178175"/>
          </a:xfrm>
        </p:spPr>
        <p:txBody>
          <a:bodyPr>
            <a:normAutofit/>
          </a:bodyPr>
          <a:lstStyle>
            <a:lvl1pPr>
              <a:defRPr sz="4800">
                <a:solidFill>
                  <a:schemeClr val="accent4">
                    <a:lumMod val="75000"/>
                  </a:schemeClr>
                </a:solidFill>
              </a:defRPr>
            </a:lvl1pPr>
            <a:lvl2pPr>
              <a:defRPr sz="2800"/>
            </a:lvl2pPr>
            <a:lvl3pPr>
              <a:defRPr sz="2000"/>
            </a:lvl3pPr>
            <a:lvl4pPr>
              <a:defRPr sz="2000"/>
            </a:lvl4pPr>
            <a:lvl5pPr>
              <a:defRPr sz="2000"/>
            </a:lvl5pPr>
          </a:lstStyle>
          <a:p>
            <a:pPr lvl="0"/>
            <a:r>
              <a:rPr lang="en-US" dirty="0"/>
              <a:t>An exercise</a:t>
            </a:r>
          </a:p>
        </p:txBody>
      </p:sp>
    </p:spTree>
    <p:extLst>
      <p:ext uri="{BB962C8B-B14F-4D97-AF65-F5344CB8AC3E}">
        <p14:creationId xmlns:p14="http://schemas.microsoft.com/office/powerpoint/2010/main" val="3222826489"/>
      </p:ext>
    </p:extLst>
  </p:cSld>
  <p:clrMapOvr>
    <a:masterClrMapping/>
  </p:clrMapOvr>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50D20D1-FB23-684F-9AB5-129D6BD98B56}" type="datetimeFigureOut">
              <a:rPr lang="en-US" smtClean="0">
                <a:solidFill>
                  <a:prstClr val="black">
                    <a:lumMod val="95000"/>
                    <a:lumOff val="5000"/>
                  </a:prstClr>
                </a:solidFill>
              </a:rPr>
              <a:pPr/>
              <a:t>3/20/26</a:t>
            </a:fld>
            <a:endParaRPr lang="en-US">
              <a:solidFill>
                <a:prstClr val="black">
                  <a:lumMod val="95000"/>
                  <a:lumOff val="5000"/>
                </a:prstClr>
              </a:solidFill>
            </a:endParaRPr>
          </a:p>
        </p:txBody>
      </p:sp>
      <p:sp>
        <p:nvSpPr>
          <p:cNvPr id="3" name="Footer Placeholder 2"/>
          <p:cNvSpPr>
            <a:spLocks noGrp="1"/>
          </p:cNvSpPr>
          <p:nvPr>
            <p:ph type="ftr" sz="quarter" idx="11"/>
          </p:nvPr>
        </p:nvSpPr>
        <p:spPr/>
        <p:txBody>
          <a:bodyPr/>
          <a:lstStyle/>
          <a:p>
            <a:endParaRPr lang="en-US">
              <a:solidFill>
                <a:prstClr val="black">
                  <a:lumMod val="95000"/>
                  <a:lumOff val="5000"/>
                </a:prstClr>
              </a:solidFill>
            </a:endParaRPr>
          </a:p>
        </p:txBody>
      </p:sp>
      <p:sp>
        <p:nvSpPr>
          <p:cNvPr id="4" name="Slide Number Placeholder 3"/>
          <p:cNvSpPr>
            <a:spLocks noGrp="1"/>
          </p:cNvSpPr>
          <p:nvPr>
            <p:ph type="sldNum" sz="quarter" idx="12"/>
          </p:nvPr>
        </p:nvSpPr>
        <p:spPr/>
        <p:txBody>
          <a:bodyPr/>
          <a:lstStyle/>
          <a:p>
            <a:fld id="{E7EBC154-6848-214C-B925-399887F0DE31}" type="slidenum">
              <a:rPr lang="en-US" smtClean="0">
                <a:solidFill>
                  <a:prstClr val="black">
                    <a:lumMod val="95000"/>
                    <a:lumOff val="5000"/>
                  </a:prstClr>
                </a:solidFill>
              </a:rPr>
              <a:pPr/>
              <a:t>‹#›</a:t>
            </a:fld>
            <a:endParaRPr lang="en-US">
              <a:solidFill>
                <a:prstClr val="black">
                  <a:lumMod val="95000"/>
                  <a:lumOff val="5000"/>
                </a:prstClr>
              </a:solidFill>
            </a:endParaRPr>
          </a:p>
        </p:txBody>
      </p:sp>
    </p:spTree>
  </p:cSld>
  <p:clrMapOvr>
    <a:masterClrMapping/>
  </p:clrMapOvr>
  <p:extLst>
    <p:ext uri="{DCECCB84-F9BA-43D5-87BE-67443E8EF086}">
      <p15:sldGuideLst xmlns:p15="http://schemas.microsoft.com/office/powerpoint/2012/main"/>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Title 7"/>
          <p:cNvSpPr>
            <a:spLocks noGrp="1"/>
          </p:cNvSpPr>
          <p:nvPr>
            <p:ph type="title"/>
          </p:nvPr>
        </p:nvSpPr>
        <p:spPr>
          <a:xfrm>
            <a:off x="1024128" y="471509"/>
            <a:ext cx="4389120" cy="1737360"/>
          </a:xfrm>
        </p:spPr>
        <p:txBody>
          <a:bodyPr>
            <a:noAutofit/>
          </a:bodyPr>
          <a:lstStyle>
            <a:lvl1pPr>
              <a:lnSpc>
                <a:spcPct val="80000"/>
              </a:lnSpc>
              <a:defRPr sz="4000"/>
            </a:lvl1pPr>
          </a:lstStyle>
          <a:p>
            <a:r>
              <a:rPr lang="en-US"/>
              <a:t>Click to edit Master title style</a:t>
            </a:r>
            <a:endParaRPr lang="en-US" dirty="0"/>
          </a:p>
        </p:txBody>
      </p:sp>
      <p:sp>
        <p:nvSpPr>
          <p:cNvPr id="3" name="Content Placeholder 2"/>
          <p:cNvSpPr>
            <a:spLocks noGrp="1"/>
          </p:cNvSpPr>
          <p:nvPr>
            <p:ph idx="1"/>
          </p:nvPr>
        </p:nvSpPr>
        <p:spPr>
          <a:xfrm>
            <a:off x="5715000" y="822960"/>
            <a:ext cx="5678424" cy="5184648"/>
          </a:xfrm>
        </p:spPr>
        <p:txBody>
          <a:bodyPr/>
          <a:lstStyle>
            <a:lvl1pPr>
              <a:defRPr sz="2400"/>
            </a:lvl1pPr>
            <a:lvl2pPr>
              <a:defRPr sz="20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024128" y="2257506"/>
            <a:ext cx="4389120" cy="3762294"/>
          </a:xfrm>
        </p:spPr>
        <p:txBody>
          <a:bodyPr lIns="91440" rIns="91440">
            <a:normAutofit/>
          </a:bodyPr>
          <a:lstStyle>
            <a:lvl1pPr marL="0" indent="0">
              <a:lnSpc>
                <a:spcPct val="108000"/>
              </a:lnSpc>
              <a:spcBef>
                <a:spcPts val="6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50D20D1-FB23-684F-9AB5-129D6BD98B56}" type="datetimeFigureOut">
              <a:rPr lang="en-US" smtClean="0">
                <a:solidFill>
                  <a:prstClr val="black">
                    <a:lumMod val="95000"/>
                    <a:lumOff val="5000"/>
                  </a:prstClr>
                </a:solidFill>
              </a:rPr>
              <a:pPr/>
              <a:t>3/20/26</a:t>
            </a:fld>
            <a:endParaRPr lang="en-US">
              <a:solidFill>
                <a:prstClr val="black">
                  <a:lumMod val="95000"/>
                  <a:lumOff val="5000"/>
                </a:prstClr>
              </a:solidFill>
            </a:endParaRPr>
          </a:p>
        </p:txBody>
      </p:sp>
      <p:sp>
        <p:nvSpPr>
          <p:cNvPr id="6" name="Footer Placeholder 5"/>
          <p:cNvSpPr>
            <a:spLocks noGrp="1"/>
          </p:cNvSpPr>
          <p:nvPr>
            <p:ph type="ftr" sz="quarter" idx="11"/>
          </p:nvPr>
        </p:nvSpPr>
        <p:spPr/>
        <p:txBody>
          <a:bodyPr/>
          <a:lstStyle/>
          <a:p>
            <a:endParaRPr lang="en-US">
              <a:solidFill>
                <a:prstClr val="black">
                  <a:lumMod val="95000"/>
                  <a:lumOff val="5000"/>
                </a:prstClr>
              </a:solidFill>
            </a:endParaRPr>
          </a:p>
        </p:txBody>
      </p:sp>
      <p:sp>
        <p:nvSpPr>
          <p:cNvPr id="7" name="Slide Number Placeholder 6"/>
          <p:cNvSpPr>
            <a:spLocks noGrp="1"/>
          </p:cNvSpPr>
          <p:nvPr>
            <p:ph type="sldNum" sz="quarter" idx="12"/>
          </p:nvPr>
        </p:nvSpPr>
        <p:spPr/>
        <p:txBody>
          <a:bodyPr/>
          <a:lstStyle/>
          <a:p>
            <a:fld id="{E7EBC154-6848-214C-B925-399887F0DE31}" type="slidenum">
              <a:rPr lang="en-US" smtClean="0">
                <a:solidFill>
                  <a:prstClr val="black">
                    <a:lumMod val="95000"/>
                    <a:lumOff val="5000"/>
                  </a:prstClr>
                </a:solidFill>
              </a:rPr>
              <a:pPr/>
              <a:t>‹#›</a:t>
            </a:fld>
            <a:endParaRPr lang="en-US">
              <a:solidFill>
                <a:prstClr val="black">
                  <a:lumMod val="95000"/>
                  <a:lumOff val="5000"/>
                </a:prstClr>
              </a:solidFill>
            </a:endParaRPr>
          </a:p>
        </p:txBody>
      </p:sp>
    </p:spTree>
  </p:cSld>
  <p:clrMapOvr>
    <a:masterClrMapping/>
  </p:clrMapOvr>
  <p:extLst>
    <p:ext uri="{DCECCB84-F9BA-43D5-87BE-67443E8EF086}">
      <p15:sldGuideLst xmlns:p15="http://schemas.microsoft.com/office/powerpoint/2012/main"/>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4960138"/>
            <a:ext cx="7772400" cy="1463040"/>
          </a:xfrm>
        </p:spPr>
        <p:txBody>
          <a:bodyPr anchor="ctr">
            <a:normAutofit/>
          </a:bodyPr>
          <a:lstStyle>
            <a:lvl1pPr algn="r">
              <a:defRPr sz="5000" spc="200" baseline="0"/>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1"/>
            <a:ext cx="12188952" cy="4572000"/>
          </a:xfrm>
          <a:solidFill>
            <a:schemeClr val="accent1">
              <a:lumMod val="60000"/>
              <a:lumOff val="40000"/>
            </a:schemeClr>
          </a:solidFill>
        </p:spPr>
        <p:txBody>
          <a:bodyPr lIns="457200" tIns="365760" rIns="45720" bIns="4572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Drag picture to placeholder or click icon to add</a:t>
            </a:r>
            <a:endParaRPr lang="en-US" dirty="0"/>
          </a:p>
        </p:txBody>
      </p:sp>
      <p:sp>
        <p:nvSpPr>
          <p:cNvPr id="4" name="Text Placeholder 3"/>
          <p:cNvSpPr>
            <a:spLocks noGrp="1"/>
          </p:cNvSpPr>
          <p:nvPr>
            <p:ph type="body" sz="half" idx="2"/>
          </p:nvPr>
        </p:nvSpPr>
        <p:spPr>
          <a:xfrm>
            <a:off x="8610600" y="4960138"/>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50D20D1-FB23-684F-9AB5-129D6BD98B56}" type="datetimeFigureOut">
              <a:rPr lang="en-US" smtClean="0">
                <a:solidFill>
                  <a:prstClr val="black">
                    <a:lumMod val="95000"/>
                    <a:lumOff val="5000"/>
                  </a:prstClr>
                </a:solidFill>
              </a:rPr>
              <a:pPr/>
              <a:t>3/20/26</a:t>
            </a:fld>
            <a:endParaRPr lang="en-US">
              <a:solidFill>
                <a:prstClr val="black">
                  <a:lumMod val="95000"/>
                  <a:lumOff val="5000"/>
                </a:prstClr>
              </a:solidFill>
            </a:endParaRPr>
          </a:p>
        </p:txBody>
      </p:sp>
      <p:sp>
        <p:nvSpPr>
          <p:cNvPr id="6" name="Footer Placeholder 5"/>
          <p:cNvSpPr>
            <a:spLocks noGrp="1"/>
          </p:cNvSpPr>
          <p:nvPr>
            <p:ph type="ftr" sz="quarter" idx="11"/>
          </p:nvPr>
        </p:nvSpPr>
        <p:spPr/>
        <p:txBody>
          <a:bodyPr/>
          <a:lstStyle/>
          <a:p>
            <a:r>
              <a:rPr lang="en-US">
                <a:solidFill>
                  <a:prstClr val="black">
                    <a:lumMod val="95000"/>
                    <a:lumOff val="5000"/>
                  </a:prstClr>
                </a:solidFill>
              </a:rPr>
              <a:t>
              </a:t>
            </a:r>
            <a:endParaRPr lang="en-US" dirty="0">
              <a:solidFill>
                <a:prstClr val="black">
                  <a:lumMod val="95000"/>
                  <a:lumOff val="5000"/>
                </a:prstClr>
              </a:solidFill>
            </a:endParaRPr>
          </a:p>
        </p:txBody>
      </p:sp>
      <p:sp>
        <p:nvSpPr>
          <p:cNvPr id="7" name="Slide Number Placeholder 6"/>
          <p:cNvSpPr>
            <a:spLocks noGrp="1"/>
          </p:cNvSpPr>
          <p:nvPr>
            <p:ph type="sldNum" sz="quarter" idx="12"/>
          </p:nvPr>
        </p:nvSpPr>
        <p:spPr/>
        <p:txBody>
          <a:bodyPr/>
          <a:lstStyle/>
          <a:p>
            <a:fld id="{E7EBC154-6848-214C-B925-399887F0DE31}" type="slidenum">
              <a:rPr lang="en-US" smtClean="0">
                <a:solidFill>
                  <a:prstClr val="black">
                    <a:lumMod val="95000"/>
                    <a:lumOff val="5000"/>
                  </a:prstClr>
                </a:solidFill>
              </a:rPr>
              <a:pPr/>
              <a:t>‹#›</a:t>
            </a:fld>
            <a:endParaRPr lang="en-US">
              <a:solidFill>
                <a:prstClr val="black">
                  <a:lumMod val="95000"/>
                  <a:lumOff val="5000"/>
                </a:prstClr>
              </a:solidFill>
            </a:endParaRPr>
          </a:p>
        </p:txBody>
      </p:sp>
      <p:cxnSp>
        <p:nvCxnSpPr>
          <p:cNvPr id="8" name="Straight Connector 7"/>
          <p:cNvCxnSpPr/>
          <p:nvPr/>
        </p:nvCxnSpPr>
        <p:spPr>
          <a:xfrm flipV="1">
            <a:off x="8386843" y="5264106"/>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50D20D1-FB23-684F-9AB5-129D6BD98B56}" type="datetimeFigureOut">
              <a:rPr lang="en-US" smtClean="0">
                <a:solidFill>
                  <a:prstClr val="black">
                    <a:lumMod val="95000"/>
                    <a:lumOff val="5000"/>
                  </a:prstClr>
                </a:solidFill>
              </a:rPr>
              <a:pPr/>
              <a:t>3/20/26</a:t>
            </a:fld>
            <a:endParaRPr lang="en-US">
              <a:solidFill>
                <a:prstClr val="black">
                  <a:lumMod val="95000"/>
                  <a:lumOff val="5000"/>
                </a:prstClr>
              </a:solidFill>
            </a:endParaRPr>
          </a:p>
        </p:txBody>
      </p:sp>
      <p:sp>
        <p:nvSpPr>
          <p:cNvPr id="5" name="Footer Placeholder 4"/>
          <p:cNvSpPr>
            <a:spLocks noGrp="1"/>
          </p:cNvSpPr>
          <p:nvPr>
            <p:ph type="ftr" sz="quarter" idx="11"/>
          </p:nvPr>
        </p:nvSpPr>
        <p:spPr/>
        <p:txBody>
          <a:bodyPr/>
          <a:lstStyle/>
          <a:p>
            <a:endParaRPr lang="en-US">
              <a:solidFill>
                <a:prstClr val="black">
                  <a:lumMod val="95000"/>
                  <a:lumOff val="5000"/>
                </a:prstClr>
              </a:solidFill>
            </a:endParaRPr>
          </a:p>
        </p:txBody>
      </p:sp>
      <p:sp>
        <p:nvSpPr>
          <p:cNvPr id="6" name="Slide Number Placeholder 5"/>
          <p:cNvSpPr>
            <a:spLocks noGrp="1"/>
          </p:cNvSpPr>
          <p:nvPr>
            <p:ph type="sldNum" sz="quarter" idx="12"/>
          </p:nvPr>
        </p:nvSpPr>
        <p:spPr/>
        <p:txBody>
          <a:bodyPr/>
          <a:lstStyle/>
          <a:p>
            <a:fld id="{E7EBC154-6848-214C-B925-399887F0DE31}" type="slidenum">
              <a:rPr lang="en-US" smtClean="0">
                <a:solidFill>
                  <a:prstClr val="black">
                    <a:lumMod val="95000"/>
                    <a:lumOff val="5000"/>
                  </a:prstClr>
                </a:solidFill>
              </a:rPr>
              <a:pPr/>
              <a:t>‹#›</a:t>
            </a:fld>
            <a:endParaRPr lang="en-US">
              <a:solidFill>
                <a:prstClr val="black">
                  <a:lumMod val="95000"/>
                  <a:lumOff val="5000"/>
                </a:prstClr>
              </a:solidFill>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762000"/>
            <a:ext cx="2628900" cy="5410200"/>
          </a:xfrm>
        </p:spPr>
        <p:txBody>
          <a:bodyPr vert="eaVert" lIns="45720" tIns="91440" rIns="45720" bIns="91440"/>
          <a:lstStyle/>
          <a:p>
            <a:r>
              <a:rPr lang="en-US"/>
              <a:t>Click to edit Master title style</a:t>
            </a:r>
            <a:endParaRPr lang="en-US" dirty="0"/>
          </a:p>
        </p:txBody>
      </p:sp>
      <p:sp>
        <p:nvSpPr>
          <p:cNvPr id="3" name="Vertical Text Placeholder 2"/>
          <p:cNvSpPr>
            <a:spLocks noGrp="1"/>
          </p:cNvSpPr>
          <p:nvPr>
            <p:ph type="body" orient="vert" idx="1"/>
          </p:nvPr>
        </p:nvSpPr>
        <p:spPr>
          <a:xfrm>
            <a:off x="990601" y="762000"/>
            <a:ext cx="7581900" cy="5410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50D20D1-FB23-684F-9AB5-129D6BD98B56}" type="datetimeFigureOut">
              <a:rPr lang="en-US" smtClean="0">
                <a:solidFill>
                  <a:prstClr val="black">
                    <a:lumMod val="95000"/>
                    <a:lumOff val="5000"/>
                  </a:prstClr>
                </a:solidFill>
              </a:rPr>
              <a:pPr/>
              <a:t>3/20/26</a:t>
            </a:fld>
            <a:endParaRPr lang="en-US">
              <a:solidFill>
                <a:prstClr val="black">
                  <a:lumMod val="95000"/>
                  <a:lumOff val="5000"/>
                </a:prstClr>
              </a:solidFill>
            </a:endParaRPr>
          </a:p>
        </p:txBody>
      </p:sp>
      <p:sp>
        <p:nvSpPr>
          <p:cNvPr id="5" name="Footer Placeholder 4"/>
          <p:cNvSpPr>
            <a:spLocks noGrp="1"/>
          </p:cNvSpPr>
          <p:nvPr>
            <p:ph type="ftr" sz="quarter" idx="11"/>
          </p:nvPr>
        </p:nvSpPr>
        <p:spPr/>
        <p:txBody>
          <a:bodyPr/>
          <a:lstStyle/>
          <a:p>
            <a:endParaRPr lang="en-US">
              <a:solidFill>
                <a:prstClr val="black">
                  <a:lumMod val="95000"/>
                  <a:lumOff val="5000"/>
                </a:prstClr>
              </a:solidFill>
            </a:endParaRPr>
          </a:p>
        </p:txBody>
      </p:sp>
      <p:sp>
        <p:nvSpPr>
          <p:cNvPr id="6" name="Slide Number Placeholder 5"/>
          <p:cNvSpPr>
            <a:spLocks noGrp="1"/>
          </p:cNvSpPr>
          <p:nvPr>
            <p:ph type="sldNum" sz="quarter" idx="12"/>
          </p:nvPr>
        </p:nvSpPr>
        <p:spPr/>
        <p:txBody>
          <a:bodyPr/>
          <a:lstStyle/>
          <a:p>
            <a:fld id="{E7EBC154-6848-214C-B925-399887F0DE31}" type="slidenum">
              <a:rPr lang="en-US" smtClean="0">
                <a:solidFill>
                  <a:prstClr val="black">
                    <a:lumMod val="95000"/>
                    <a:lumOff val="5000"/>
                  </a:prstClr>
                </a:solidFill>
              </a:rPr>
              <a:pPr/>
              <a:t>‹#›</a:t>
            </a:fld>
            <a:endParaRPr lang="en-US">
              <a:solidFill>
                <a:prstClr val="black">
                  <a:lumMod val="95000"/>
                  <a:lumOff val="5000"/>
                </a:prstClr>
              </a:solidFill>
            </a:endParaRPr>
          </a:p>
        </p:txBody>
      </p:sp>
      <p:cxnSp>
        <p:nvCxnSpPr>
          <p:cNvPr id="7" name="Straight Connector 6"/>
          <p:cNvCxnSpPr/>
          <p:nvPr/>
        </p:nvCxnSpPr>
        <p:spPr>
          <a:xfrm rot="5400000" flipV="1">
            <a:off x="10058400" y="59263"/>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cSld>
  <p:clrMapOvr>
    <a:masterClrMapping/>
  </p:clrMapOvr>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24128" y="585216"/>
            <a:ext cx="9720072" cy="795010"/>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1024128" y="1656272"/>
            <a:ext cx="9720073" cy="4653088"/>
          </a:xfrm>
          <a:prstGeom prst="rect">
            <a:avLst/>
          </a:prstGeom>
        </p:spPr>
        <p:txBody>
          <a:bodyPr vert="horz" lIns="45720" tIns="45720" rIns="4572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24129" y="6470704"/>
            <a:ext cx="2154143"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F50D20D1-FB23-684F-9AB5-129D6BD98B56}" type="datetimeFigureOut">
              <a:rPr lang="en-US" smtClean="0">
                <a:solidFill>
                  <a:prstClr val="black">
                    <a:lumMod val="95000"/>
                    <a:lumOff val="5000"/>
                  </a:prstClr>
                </a:solidFill>
              </a:rPr>
              <a:pPr/>
              <a:t>3/20/26</a:t>
            </a:fld>
            <a:endParaRPr lang="en-US">
              <a:solidFill>
                <a:prstClr val="black">
                  <a:lumMod val="95000"/>
                  <a:lumOff val="5000"/>
                </a:prstClr>
              </a:solidFill>
            </a:endParaRPr>
          </a:p>
        </p:txBody>
      </p:sp>
      <p:sp>
        <p:nvSpPr>
          <p:cNvPr id="5" name="Footer Placeholder 4"/>
          <p:cNvSpPr>
            <a:spLocks noGrp="1"/>
          </p:cNvSpPr>
          <p:nvPr>
            <p:ph type="ftr" sz="quarter" idx="3"/>
          </p:nvPr>
        </p:nvSpPr>
        <p:spPr>
          <a:xfrm>
            <a:off x="4842932" y="6470704"/>
            <a:ext cx="5901459" cy="274320"/>
          </a:xfrm>
          <a:prstGeom prst="rect">
            <a:avLst/>
          </a:prstGeom>
        </p:spPr>
        <p:txBody>
          <a:bodyPr vert="horz" lIns="91440" tIns="45720" rIns="91440" bIns="45720" rtlCol="0" anchor="ctr"/>
          <a:lstStyle>
            <a:lvl1pPr algn="r">
              <a:defRPr sz="1000" cap="all" baseline="0">
                <a:solidFill>
                  <a:schemeClr val="tx1">
                    <a:lumMod val="95000"/>
                    <a:lumOff val="5000"/>
                  </a:schemeClr>
                </a:solidFill>
                <a:latin typeface="+mj-lt"/>
              </a:defRPr>
            </a:lvl1pPr>
          </a:lstStyle>
          <a:p>
            <a:endParaRPr lang="en-US">
              <a:solidFill>
                <a:prstClr val="black">
                  <a:lumMod val="95000"/>
                  <a:lumOff val="5000"/>
                </a:prstClr>
              </a:solidFill>
            </a:endParaRPr>
          </a:p>
        </p:txBody>
      </p:sp>
      <p:sp>
        <p:nvSpPr>
          <p:cNvPr id="6" name="Slide Number Placeholder 5"/>
          <p:cNvSpPr>
            <a:spLocks noGrp="1"/>
          </p:cNvSpPr>
          <p:nvPr>
            <p:ph type="sldNum" sz="quarter" idx="4"/>
          </p:nvPr>
        </p:nvSpPr>
        <p:spPr>
          <a:xfrm>
            <a:off x="10837333" y="6470704"/>
            <a:ext cx="973667"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E7EBC154-6848-214C-B925-399887F0DE31}" type="slidenum">
              <a:rPr lang="en-US" smtClean="0">
                <a:solidFill>
                  <a:prstClr val="black">
                    <a:lumMod val="95000"/>
                    <a:lumOff val="5000"/>
                  </a:prstClr>
                </a:solidFill>
              </a:rPr>
              <a:pPr/>
              <a:t>‹#›</a:t>
            </a:fld>
            <a:endParaRPr lang="en-US">
              <a:solidFill>
                <a:prstClr val="black">
                  <a:lumMod val="95000"/>
                  <a:lumOff val="5000"/>
                </a:prstClr>
              </a:solidFill>
            </a:endParaRPr>
          </a:p>
        </p:txBody>
      </p:sp>
    </p:spTree>
    <p:extLst>
      <p:ext uri="{BB962C8B-B14F-4D97-AF65-F5344CB8AC3E}">
        <p14:creationId xmlns:p14="http://schemas.microsoft.com/office/powerpoint/2010/main" val="204462401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73" r:id="rId8"/>
    <p:sldLayoutId id="2147483674" r:id="rId9"/>
    <p:sldLayoutId id="2147483675" r:id="rId10"/>
    <p:sldLayoutId id="2147483676" r:id="rId11"/>
    <p:sldLayoutId id="2147483677" r:id="rId12"/>
    <p:sldLayoutId id="2147483668" r:id="rId13"/>
    <p:sldLayoutId id="2147483669" r:id="rId14"/>
    <p:sldLayoutId id="2147483670" r:id="rId15"/>
    <p:sldLayoutId id="2147483671" r:id="rId16"/>
    <p:sldLayoutId id="2147483672" r:id="rId17"/>
  </p:sldLayoutIdLst>
  <p:txStyles>
    <p:titleStyle>
      <a:lvl1pPr algn="ctr" defTabSz="914400" rtl="0" eaLnBrk="1" latinLnBrk="0" hangingPunct="1">
        <a:lnSpc>
          <a:spcPct val="80000"/>
        </a:lnSpc>
        <a:spcBef>
          <a:spcPct val="0"/>
        </a:spcBef>
        <a:buNone/>
        <a:defRPr sz="4400" kern="1200" cap="none" spc="100" baseline="0">
          <a:solidFill>
            <a:schemeClr val="tx1">
              <a:lumMod val="95000"/>
              <a:lumOff val="5000"/>
            </a:schemeClr>
          </a:solidFill>
          <a:latin typeface="+mn-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7.tiff"/><Relationship Id="rId2" Type="http://schemas.openxmlformats.org/officeDocument/2006/relationships/notesSlide" Target="../notesSlides/notesSlide2.xml"/><Relationship Id="rId1" Type="http://schemas.openxmlformats.org/officeDocument/2006/relationships/slideLayout" Target="../slideLayouts/slideLayout13.xml"/><Relationship Id="rId4" Type="http://schemas.openxmlformats.org/officeDocument/2006/relationships/image" Target="../media/image8.jpg"/></Relationships>
</file>

<file path=ppt/slides/_rels/slide3.xml.rels><?xml version="1.0" encoding="UTF-8" standalone="yes"?>
<Relationships xmlns="http://schemas.openxmlformats.org/package/2006/relationships"><Relationship Id="rId3" Type="http://schemas.openxmlformats.org/officeDocument/2006/relationships/image" Target="../media/image7.tiff"/><Relationship Id="rId2" Type="http://schemas.openxmlformats.org/officeDocument/2006/relationships/notesSlide" Target="../notesSlides/notesSlide3.xml"/><Relationship Id="rId1" Type="http://schemas.openxmlformats.org/officeDocument/2006/relationships/slideLayout" Target="../slideLayouts/slideLayout13.xml"/><Relationship Id="rId4" Type="http://schemas.openxmlformats.org/officeDocument/2006/relationships/image" Target="../media/image9.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13.xml"/><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14.emf"/><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5.emf"/><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6.emf"/><Relationship Id="rId2" Type="http://schemas.openxmlformats.org/officeDocument/2006/relationships/notesSlide" Target="../notesSlides/notesSlide13.xml"/><Relationship Id="rId1" Type="http://schemas.openxmlformats.org/officeDocument/2006/relationships/slideLayout" Target="../slideLayouts/slideLayout7.xml"/><Relationship Id="rId4" Type="http://schemas.openxmlformats.org/officeDocument/2006/relationships/image" Target="../media/image17.png"/></Relationships>
</file>

<file path=ppt/slides/_rels/slide14.xml.rels><?xml version="1.0" encoding="UTF-8" standalone="yes"?>
<Relationships xmlns="http://schemas.openxmlformats.org/package/2006/relationships"><Relationship Id="rId3" Type="http://schemas.openxmlformats.org/officeDocument/2006/relationships/hyperlink" Target="https://events.linuxfoundation.org/r-medicine/attend/code-of-conduct/" TargetMode="External"/><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34291" y="4960137"/>
            <a:ext cx="8963891" cy="1463040"/>
          </a:xfrm>
        </p:spPr>
        <p:txBody>
          <a:bodyPr>
            <a:normAutofit/>
          </a:bodyPr>
          <a:lstStyle/>
          <a:p>
            <a:r>
              <a:rPr lang="en-US" sz="4400" b="1" dirty="0"/>
              <a:t>Welcome to R/Medicine 101:</a:t>
            </a:r>
            <a:br>
              <a:rPr lang="en-US" sz="4400" b="1" dirty="0"/>
            </a:br>
            <a:r>
              <a:rPr lang="en-US" sz="4400" b="1" dirty="0"/>
              <a:t>Intro to R for Clinical Data</a:t>
            </a:r>
          </a:p>
        </p:txBody>
      </p:sp>
      <p:sp>
        <p:nvSpPr>
          <p:cNvPr id="3" name="Subtitle 2"/>
          <p:cNvSpPr>
            <a:spLocks noGrp="1"/>
          </p:cNvSpPr>
          <p:nvPr>
            <p:ph type="subTitle" idx="1"/>
          </p:nvPr>
        </p:nvSpPr>
        <p:spPr>
          <a:xfrm>
            <a:off x="8610599" y="4804013"/>
            <a:ext cx="3467669" cy="1673756"/>
          </a:xfrm>
        </p:spPr>
        <p:txBody>
          <a:bodyPr>
            <a:normAutofit/>
          </a:bodyPr>
          <a:lstStyle/>
          <a:p>
            <a:r>
              <a:rPr lang="en-US" sz="3200" dirty="0"/>
              <a:t>Rich Hanna</a:t>
            </a:r>
          </a:p>
          <a:p>
            <a:r>
              <a:rPr lang="en-US" sz="3200" dirty="0"/>
              <a:t>R/Medicine 2026</a:t>
            </a:r>
          </a:p>
        </p:txBody>
      </p:sp>
    </p:spTree>
    <p:extLst>
      <p:ext uri="{BB962C8B-B14F-4D97-AF65-F5344CB8AC3E}">
        <p14:creationId xmlns:p14="http://schemas.microsoft.com/office/powerpoint/2010/main" val="7677470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2B9C1D22-0E2A-664C-AC34-5783CF8BC8C3}"/>
              </a:ext>
            </a:extLst>
          </p:cNvPr>
          <p:cNvGrpSpPr/>
          <p:nvPr/>
        </p:nvGrpSpPr>
        <p:grpSpPr>
          <a:xfrm>
            <a:off x="4969191" y="1327386"/>
            <a:ext cx="6246631" cy="4461136"/>
            <a:chOff x="2753530" y="184935"/>
            <a:chExt cx="6246631" cy="4461136"/>
          </a:xfrm>
        </p:grpSpPr>
        <p:pic>
          <p:nvPicPr>
            <p:cNvPr id="2" name="Picture 1"/>
            <p:cNvPicPr>
              <a:picLocks noChangeAspect="1"/>
            </p:cNvPicPr>
            <p:nvPr/>
          </p:nvPicPr>
          <p:blipFill>
            <a:blip r:embed="rId3"/>
            <a:stretch>
              <a:fillRect/>
            </a:stretch>
          </p:blipFill>
          <p:spPr>
            <a:xfrm>
              <a:off x="2753530" y="184935"/>
              <a:ext cx="6246631" cy="4461136"/>
            </a:xfrm>
            <a:prstGeom prst="rect">
              <a:avLst/>
            </a:prstGeom>
          </p:spPr>
        </p:pic>
        <p:sp>
          <p:nvSpPr>
            <p:cNvPr id="3" name="TextBox 2"/>
            <p:cNvSpPr txBox="1"/>
            <p:nvPr/>
          </p:nvSpPr>
          <p:spPr>
            <a:xfrm>
              <a:off x="3390473" y="2215627"/>
              <a:ext cx="4938104" cy="1200329"/>
            </a:xfrm>
            <a:prstGeom prst="rect">
              <a:avLst/>
            </a:prstGeom>
            <a:noFill/>
          </p:spPr>
          <p:txBody>
            <a:bodyPr wrap="square" rtlCol="0">
              <a:spAutoFit/>
            </a:bodyPr>
            <a:lstStyle/>
            <a:p>
              <a:pPr algn="ctr"/>
              <a:r>
                <a:rPr lang="en-US" sz="7200" dirty="0">
                  <a:latin typeface="Marker Felt Thin" panose="02000400000000000000" pitchFamily="2" charset="77"/>
                </a:rPr>
                <a:t>Rich</a:t>
              </a:r>
            </a:p>
          </p:txBody>
        </p:sp>
      </p:grpSp>
      <p:pic>
        <p:nvPicPr>
          <p:cNvPr id="6" name="Picture 5" descr="A close-up of a person smiling&#10;&#10;AI-generated content may be incorrect.">
            <a:extLst>
              <a:ext uri="{FF2B5EF4-FFF2-40B4-BE49-F238E27FC236}">
                <a16:creationId xmlns:a16="http://schemas.microsoft.com/office/drawing/2014/main" id="{C7EE5388-6BB2-A220-B603-DC57CED15E46}"/>
              </a:ext>
            </a:extLst>
          </p:cNvPr>
          <p:cNvPicPr>
            <a:picLocks noChangeAspect="1"/>
          </p:cNvPicPr>
          <p:nvPr/>
        </p:nvPicPr>
        <p:blipFill>
          <a:blip r:embed="rId4"/>
          <a:stretch>
            <a:fillRect/>
          </a:stretch>
        </p:blipFill>
        <p:spPr>
          <a:xfrm>
            <a:off x="1272012" y="937928"/>
            <a:ext cx="3321429" cy="4982144"/>
          </a:xfrm>
          <a:prstGeom prst="rect">
            <a:avLst/>
          </a:prstGeom>
        </p:spPr>
      </p:pic>
    </p:spTree>
    <p:extLst>
      <p:ext uri="{BB962C8B-B14F-4D97-AF65-F5344CB8AC3E}">
        <p14:creationId xmlns:p14="http://schemas.microsoft.com/office/powerpoint/2010/main" val="76490642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5C23F9-28C4-4136-2A16-47A1BA09D31B}"/>
            </a:ext>
          </a:extLst>
        </p:cNvPr>
        <p:cNvGrpSpPr/>
        <p:nvPr/>
      </p:nvGrpSpPr>
      <p:grpSpPr>
        <a:xfrm>
          <a:off x="0" y="0"/>
          <a:ext cx="0" cy="0"/>
          <a:chOff x="0" y="0"/>
          <a:chExt cx="0" cy="0"/>
        </a:xfrm>
      </p:grpSpPr>
      <p:grpSp>
        <p:nvGrpSpPr>
          <p:cNvPr id="4" name="Group 3">
            <a:extLst>
              <a:ext uri="{FF2B5EF4-FFF2-40B4-BE49-F238E27FC236}">
                <a16:creationId xmlns:a16="http://schemas.microsoft.com/office/drawing/2014/main" id="{3D5D1B3B-862B-BA45-B7AE-15DB21309FE1}"/>
              </a:ext>
            </a:extLst>
          </p:cNvPr>
          <p:cNvGrpSpPr/>
          <p:nvPr/>
        </p:nvGrpSpPr>
        <p:grpSpPr>
          <a:xfrm>
            <a:off x="4969191" y="1327386"/>
            <a:ext cx="6246631" cy="4461136"/>
            <a:chOff x="2753530" y="184935"/>
            <a:chExt cx="6246631" cy="4461136"/>
          </a:xfrm>
        </p:grpSpPr>
        <p:pic>
          <p:nvPicPr>
            <p:cNvPr id="2" name="Picture 1">
              <a:extLst>
                <a:ext uri="{FF2B5EF4-FFF2-40B4-BE49-F238E27FC236}">
                  <a16:creationId xmlns:a16="http://schemas.microsoft.com/office/drawing/2014/main" id="{E80AF14D-E311-DA7A-787E-61B861D9B608}"/>
                </a:ext>
              </a:extLst>
            </p:cNvPr>
            <p:cNvPicPr>
              <a:picLocks noChangeAspect="1"/>
            </p:cNvPicPr>
            <p:nvPr/>
          </p:nvPicPr>
          <p:blipFill>
            <a:blip r:embed="rId3"/>
            <a:stretch>
              <a:fillRect/>
            </a:stretch>
          </p:blipFill>
          <p:spPr>
            <a:xfrm>
              <a:off x="2753530" y="184935"/>
              <a:ext cx="6246631" cy="4461136"/>
            </a:xfrm>
            <a:prstGeom prst="rect">
              <a:avLst/>
            </a:prstGeom>
          </p:spPr>
        </p:pic>
        <p:sp>
          <p:nvSpPr>
            <p:cNvPr id="3" name="TextBox 2">
              <a:extLst>
                <a:ext uri="{FF2B5EF4-FFF2-40B4-BE49-F238E27FC236}">
                  <a16:creationId xmlns:a16="http://schemas.microsoft.com/office/drawing/2014/main" id="{A5A947F3-28DA-9653-1542-E3FF484418F4}"/>
                </a:ext>
              </a:extLst>
            </p:cNvPr>
            <p:cNvSpPr txBox="1"/>
            <p:nvPr/>
          </p:nvSpPr>
          <p:spPr>
            <a:xfrm>
              <a:off x="3390473" y="2215627"/>
              <a:ext cx="4938104" cy="1200329"/>
            </a:xfrm>
            <a:prstGeom prst="rect">
              <a:avLst/>
            </a:prstGeom>
            <a:noFill/>
          </p:spPr>
          <p:txBody>
            <a:bodyPr wrap="square" rtlCol="0">
              <a:spAutoFit/>
            </a:bodyPr>
            <a:lstStyle/>
            <a:p>
              <a:pPr algn="ctr"/>
              <a:r>
                <a:rPr lang="en-US" sz="7200" dirty="0">
                  <a:latin typeface="Marker Felt Thin" panose="02000400000000000000" pitchFamily="2" charset="77"/>
                </a:rPr>
                <a:t>Ezra</a:t>
              </a:r>
            </a:p>
          </p:txBody>
        </p:sp>
      </p:grpSp>
      <p:pic>
        <p:nvPicPr>
          <p:cNvPr id="5" name="Picture 4">
            <a:extLst>
              <a:ext uri="{FF2B5EF4-FFF2-40B4-BE49-F238E27FC236}">
                <a16:creationId xmlns:a16="http://schemas.microsoft.com/office/drawing/2014/main" id="{648CA387-21E6-A885-6516-30C1E0C014A5}"/>
              </a:ext>
            </a:extLst>
          </p:cNvPr>
          <p:cNvPicPr>
            <a:picLocks noChangeAspect="1"/>
          </p:cNvPicPr>
          <p:nvPr/>
        </p:nvPicPr>
        <p:blipFill>
          <a:blip r:embed="rId4"/>
          <a:stretch>
            <a:fillRect/>
          </a:stretch>
        </p:blipFill>
        <p:spPr>
          <a:xfrm>
            <a:off x="976178" y="1843740"/>
            <a:ext cx="3721847" cy="3721847"/>
          </a:xfrm>
          <a:prstGeom prst="rect">
            <a:avLst/>
          </a:prstGeom>
        </p:spPr>
      </p:pic>
    </p:spTree>
    <p:extLst>
      <p:ext uri="{BB962C8B-B14F-4D97-AF65-F5344CB8AC3E}">
        <p14:creationId xmlns:p14="http://schemas.microsoft.com/office/powerpoint/2010/main" val="42776338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FA7BE4-E7CF-C144-A4B7-915F7AF84C5A}"/>
              </a:ext>
            </a:extLst>
          </p:cNvPr>
          <p:cNvSpPr>
            <a:spLocks noGrp="1"/>
          </p:cNvSpPr>
          <p:nvPr>
            <p:ph type="title"/>
          </p:nvPr>
        </p:nvSpPr>
        <p:spPr/>
        <p:txBody>
          <a:bodyPr/>
          <a:lstStyle/>
          <a:p>
            <a:r>
              <a:rPr lang="en-US" dirty="0"/>
              <a:t>Introducing the TAs!</a:t>
            </a:r>
          </a:p>
        </p:txBody>
      </p:sp>
      <p:sp>
        <p:nvSpPr>
          <p:cNvPr id="3" name="Content Placeholder 2">
            <a:extLst>
              <a:ext uri="{FF2B5EF4-FFF2-40B4-BE49-F238E27FC236}">
                <a16:creationId xmlns:a16="http://schemas.microsoft.com/office/drawing/2014/main" id="{3BF4A486-A049-3949-B377-B0AFB2D49CE9}"/>
              </a:ext>
            </a:extLst>
          </p:cNvPr>
          <p:cNvSpPr>
            <a:spLocks noGrp="1"/>
          </p:cNvSpPr>
          <p:nvPr>
            <p:ph sz="half" idx="1"/>
          </p:nvPr>
        </p:nvSpPr>
        <p:spPr>
          <a:xfrm>
            <a:off x="1024127" y="1512277"/>
            <a:ext cx="10190720" cy="4797083"/>
          </a:xfrm>
        </p:spPr>
        <p:txBody>
          <a:bodyPr>
            <a:normAutofit/>
          </a:bodyPr>
          <a:lstStyle/>
          <a:p>
            <a:pPr algn="ctr"/>
            <a:endParaRPr lang="en-US" sz="4000" dirty="0"/>
          </a:p>
          <a:p>
            <a:pPr algn="ctr"/>
            <a:r>
              <a:rPr lang="en-US" sz="4000" dirty="0"/>
              <a:t>Alex Peters</a:t>
            </a:r>
          </a:p>
          <a:p>
            <a:pPr algn="ctr"/>
            <a:r>
              <a:rPr lang="en-US" sz="4000" dirty="0"/>
              <a:t>Roni Devassy</a:t>
            </a:r>
          </a:p>
          <a:p>
            <a:pPr algn="ctr"/>
            <a:endParaRPr lang="en-US" sz="2800" dirty="0"/>
          </a:p>
        </p:txBody>
      </p:sp>
    </p:spTree>
    <p:extLst>
      <p:ext uri="{BB962C8B-B14F-4D97-AF65-F5344CB8AC3E}">
        <p14:creationId xmlns:p14="http://schemas.microsoft.com/office/powerpoint/2010/main" val="187151321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C3606C-BC3C-DA46-952C-6A430CD04159}"/>
              </a:ext>
            </a:extLst>
          </p:cNvPr>
          <p:cNvSpPr>
            <a:spLocks noGrp="1"/>
          </p:cNvSpPr>
          <p:nvPr>
            <p:ph type="title"/>
          </p:nvPr>
        </p:nvSpPr>
        <p:spPr>
          <a:xfrm>
            <a:off x="502443" y="2752468"/>
            <a:ext cx="11187112" cy="1463040"/>
          </a:xfrm>
        </p:spPr>
        <p:txBody>
          <a:bodyPr/>
          <a:lstStyle/>
          <a:p>
            <a:r>
              <a:rPr lang="en-US" dirty="0">
                <a:latin typeface="+mn-lt"/>
              </a:rPr>
              <a:t>Orientation to the Technology</a:t>
            </a:r>
          </a:p>
        </p:txBody>
      </p:sp>
    </p:spTree>
    <p:extLst>
      <p:ext uri="{BB962C8B-B14F-4D97-AF65-F5344CB8AC3E}">
        <p14:creationId xmlns:p14="http://schemas.microsoft.com/office/powerpoint/2010/main" val="8724954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F6A9BD-C2A8-1447-9397-55563AAF5767}"/>
              </a:ext>
            </a:extLst>
          </p:cNvPr>
          <p:cNvSpPr>
            <a:spLocks noGrp="1"/>
          </p:cNvSpPr>
          <p:nvPr>
            <p:ph type="title"/>
          </p:nvPr>
        </p:nvSpPr>
        <p:spPr/>
        <p:txBody>
          <a:bodyPr/>
          <a:lstStyle/>
          <a:p>
            <a:r>
              <a:rPr lang="en-US" dirty="0"/>
              <a:t>Main session   vs   Breakout rooms</a:t>
            </a:r>
          </a:p>
        </p:txBody>
      </p:sp>
      <p:pic>
        <p:nvPicPr>
          <p:cNvPr id="5" name="Picture 4" descr="Zoom | PortfolioSolutions">
            <a:extLst>
              <a:ext uri="{FF2B5EF4-FFF2-40B4-BE49-F238E27FC236}">
                <a16:creationId xmlns:a16="http://schemas.microsoft.com/office/drawing/2014/main" id="{6B065899-7863-5C48-8528-79CCC148019B}"/>
              </a:ext>
            </a:extLst>
          </p:cNvPr>
          <p:cNvPicPr>
            <a:picLocks noChangeAspect="1" noChangeArrowheads="1"/>
          </p:cNvPicPr>
          <p:nvPr/>
        </p:nvPicPr>
        <p:blipFill rotWithShape="1">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l="23300" t="9629" r="24666" b="16390"/>
          <a:stretch/>
        </p:blipFill>
        <p:spPr bwMode="auto">
          <a:xfrm>
            <a:off x="2304487" y="1827307"/>
            <a:ext cx="2068033" cy="2688444"/>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descr="Zoom | PortfolioSolutions">
            <a:extLst>
              <a:ext uri="{FF2B5EF4-FFF2-40B4-BE49-F238E27FC236}">
                <a16:creationId xmlns:a16="http://schemas.microsoft.com/office/drawing/2014/main" id="{4F3515C7-4F6E-3346-B83D-C7C424D5FC68}"/>
              </a:ext>
            </a:extLst>
          </p:cNvPr>
          <p:cNvPicPr>
            <a:picLocks noChangeAspect="1" noChangeArrowheads="1"/>
          </p:cNvPicPr>
          <p:nvPr/>
        </p:nvPicPr>
        <p:blipFill rotWithShape="1">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l="23300" t="9629" r="24666" b="16390"/>
          <a:stretch/>
        </p:blipFill>
        <p:spPr bwMode="auto">
          <a:xfrm>
            <a:off x="6984099" y="1827307"/>
            <a:ext cx="689344" cy="896148"/>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descr="Zoom | PortfolioSolutions">
            <a:extLst>
              <a:ext uri="{FF2B5EF4-FFF2-40B4-BE49-F238E27FC236}">
                <a16:creationId xmlns:a16="http://schemas.microsoft.com/office/drawing/2014/main" id="{70066F5F-058F-F045-BB20-2FEA4E4001DA}"/>
              </a:ext>
            </a:extLst>
          </p:cNvPr>
          <p:cNvPicPr>
            <a:picLocks noChangeAspect="1" noChangeArrowheads="1"/>
          </p:cNvPicPr>
          <p:nvPr/>
        </p:nvPicPr>
        <p:blipFill rotWithShape="1">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l="23300" t="9629" r="24666" b="16390"/>
          <a:stretch/>
        </p:blipFill>
        <p:spPr bwMode="auto">
          <a:xfrm>
            <a:off x="7673443" y="1827307"/>
            <a:ext cx="689344" cy="896148"/>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descr="Zoom | PortfolioSolutions">
            <a:extLst>
              <a:ext uri="{FF2B5EF4-FFF2-40B4-BE49-F238E27FC236}">
                <a16:creationId xmlns:a16="http://schemas.microsoft.com/office/drawing/2014/main" id="{808E43EE-7197-5C45-A15E-E27DAE29F34E}"/>
              </a:ext>
            </a:extLst>
          </p:cNvPr>
          <p:cNvPicPr>
            <a:picLocks noChangeAspect="1" noChangeArrowheads="1"/>
          </p:cNvPicPr>
          <p:nvPr/>
        </p:nvPicPr>
        <p:blipFill rotWithShape="1">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l="23300" t="9629" r="24666" b="16390"/>
          <a:stretch/>
        </p:blipFill>
        <p:spPr bwMode="auto">
          <a:xfrm>
            <a:off x="8362787" y="1827307"/>
            <a:ext cx="689344" cy="896148"/>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17" descr="Zoom | PortfolioSolutions">
            <a:extLst>
              <a:ext uri="{FF2B5EF4-FFF2-40B4-BE49-F238E27FC236}">
                <a16:creationId xmlns:a16="http://schemas.microsoft.com/office/drawing/2014/main" id="{DDAFEE1A-0200-F04A-9C5E-1BF5034C3182}"/>
              </a:ext>
            </a:extLst>
          </p:cNvPr>
          <p:cNvPicPr>
            <a:picLocks noChangeAspect="1" noChangeArrowheads="1"/>
          </p:cNvPicPr>
          <p:nvPr/>
        </p:nvPicPr>
        <p:blipFill rotWithShape="1">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l="23300" t="9629" r="24666" b="16390"/>
          <a:stretch/>
        </p:blipFill>
        <p:spPr bwMode="auto">
          <a:xfrm>
            <a:off x="6984099" y="2717157"/>
            <a:ext cx="689344" cy="896148"/>
          </a:xfrm>
          <a:prstGeom prst="rect">
            <a:avLst/>
          </a:prstGeom>
          <a:noFill/>
          <a:extLst>
            <a:ext uri="{909E8E84-426E-40DD-AFC4-6F175D3DCCD1}">
              <a14:hiddenFill xmlns:a14="http://schemas.microsoft.com/office/drawing/2010/main">
                <a:solidFill>
                  <a:srgbClr val="FFFFFF"/>
                </a:solidFill>
              </a14:hiddenFill>
            </a:ext>
          </a:extLst>
        </p:spPr>
      </p:pic>
      <p:pic>
        <p:nvPicPr>
          <p:cNvPr id="19" name="Picture 18" descr="Zoom | PortfolioSolutions">
            <a:extLst>
              <a:ext uri="{FF2B5EF4-FFF2-40B4-BE49-F238E27FC236}">
                <a16:creationId xmlns:a16="http://schemas.microsoft.com/office/drawing/2014/main" id="{AB617DFE-ABDF-BF43-9215-D2A9CA0719FD}"/>
              </a:ext>
            </a:extLst>
          </p:cNvPr>
          <p:cNvPicPr>
            <a:picLocks noChangeAspect="1" noChangeArrowheads="1"/>
          </p:cNvPicPr>
          <p:nvPr/>
        </p:nvPicPr>
        <p:blipFill rotWithShape="1">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l="23300" t="9629" r="24666" b="16390"/>
          <a:stretch/>
        </p:blipFill>
        <p:spPr bwMode="auto">
          <a:xfrm>
            <a:off x="7673443" y="2717157"/>
            <a:ext cx="689344" cy="896148"/>
          </a:xfrm>
          <a:prstGeom prst="rect">
            <a:avLst/>
          </a:prstGeom>
          <a:noFill/>
          <a:extLst>
            <a:ext uri="{909E8E84-426E-40DD-AFC4-6F175D3DCCD1}">
              <a14:hiddenFill xmlns:a14="http://schemas.microsoft.com/office/drawing/2010/main">
                <a:solidFill>
                  <a:srgbClr val="FFFFFF"/>
                </a:solidFill>
              </a14:hiddenFill>
            </a:ext>
          </a:extLst>
        </p:spPr>
      </p:pic>
      <p:pic>
        <p:nvPicPr>
          <p:cNvPr id="20" name="Picture 19" descr="Zoom | PortfolioSolutions">
            <a:extLst>
              <a:ext uri="{FF2B5EF4-FFF2-40B4-BE49-F238E27FC236}">
                <a16:creationId xmlns:a16="http://schemas.microsoft.com/office/drawing/2014/main" id="{91435B54-0B03-9243-8521-C9E7A2859E5F}"/>
              </a:ext>
            </a:extLst>
          </p:cNvPr>
          <p:cNvPicPr>
            <a:picLocks noChangeAspect="1" noChangeArrowheads="1"/>
          </p:cNvPicPr>
          <p:nvPr/>
        </p:nvPicPr>
        <p:blipFill rotWithShape="1">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l="23300" t="9629" r="24666" b="16390"/>
          <a:stretch/>
        </p:blipFill>
        <p:spPr bwMode="auto">
          <a:xfrm>
            <a:off x="8362787" y="2717157"/>
            <a:ext cx="689344" cy="896148"/>
          </a:xfrm>
          <a:prstGeom prst="rect">
            <a:avLst/>
          </a:prstGeom>
          <a:noFill/>
          <a:extLst>
            <a:ext uri="{909E8E84-426E-40DD-AFC4-6F175D3DCCD1}">
              <a14:hiddenFill xmlns:a14="http://schemas.microsoft.com/office/drawing/2010/main">
                <a:solidFill>
                  <a:srgbClr val="FFFFFF"/>
                </a:solidFill>
              </a14:hiddenFill>
            </a:ext>
          </a:extLst>
        </p:spPr>
      </p:pic>
      <p:pic>
        <p:nvPicPr>
          <p:cNvPr id="21" name="Picture 20" descr="Zoom | PortfolioSolutions">
            <a:extLst>
              <a:ext uri="{FF2B5EF4-FFF2-40B4-BE49-F238E27FC236}">
                <a16:creationId xmlns:a16="http://schemas.microsoft.com/office/drawing/2014/main" id="{324A5CB9-3F70-9149-B09C-DAE39640B30F}"/>
              </a:ext>
            </a:extLst>
          </p:cNvPr>
          <p:cNvPicPr>
            <a:picLocks noChangeAspect="1" noChangeArrowheads="1"/>
          </p:cNvPicPr>
          <p:nvPr/>
        </p:nvPicPr>
        <p:blipFill rotWithShape="1">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l="23300" t="9629" r="24666" b="16390"/>
          <a:stretch/>
        </p:blipFill>
        <p:spPr bwMode="auto">
          <a:xfrm>
            <a:off x="6984099" y="3607007"/>
            <a:ext cx="689344" cy="896148"/>
          </a:xfrm>
          <a:prstGeom prst="rect">
            <a:avLst/>
          </a:prstGeom>
          <a:noFill/>
          <a:extLst>
            <a:ext uri="{909E8E84-426E-40DD-AFC4-6F175D3DCCD1}">
              <a14:hiddenFill xmlns:a14="http://schemas.microsoft.com/office/drawing/2010/main">
                <a:solidFill>
                  <a:srgbClr val="FFFFFF"/>
                </a:solidFill>
              </a14:hiddenFill>
            </a:ext>
          </a:extLst>
        </p:spPr>
      </p:pic>
      <p:pic>
        <p:nvPicPr>
          <p:cNvPr id="22" name="Picture 21" descr="Zoom | PortfolioSolutions">
            <a:extLst>
              <a:ext uri="{FF2B5EF4-FFF2-40B4-BE49-F238E27FC236}">
                <a16:creationId xmlns:a16="http://schemas.microsoft.com/office/drawing/2014/main" id="{7047A5FC-EEF8-1744-9BE8-6BDDC4763BC4}"/>
              </a:ext>
            </a:extLst>
          </p:cNvPr>
          <p:cNvPicPr>
            <a:picLocks noChangeAspect="1" noChangeArrowheads="1"/>
          </p:cNvPicPr>
          <p:nvPr/>
        </p:nvPicPr>
        <p:blipFill rotWithShape="1">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l="23300" t="9629" r="24666" b="16390"/>
          <a:stretch/>
        </p:blipFill>
        <p:spPr bwMode="auto">
          <a:xfrm>
            <a:off x="7673443" y="3607007"/>
            <a:ext cx="689344" cy="896148"/>
          </a:xfrm>
          <a:prstGeom prst="rect">
            <a:avLst/>
          </a:prstGeom>
          <a:noFill/>
          <a:extLst>
            <a:ext uri="{909E8E84-426E-40DD-AFC4-6F175D3DCCD1}">
              <a14:hiddenFill xmlns:a14="http://schemas.microsoft.com/office/drawing/2010/main">
                <a:solidFill>
                  <a:srgbClr val="FFFFFF"/>
                </a:solidFill>
              </a14:hiddenFill>
            </a:ext>
          </a:extLst>
        </p:spPr>
      </p:pic>
      <p:pic>
        <p:nvPicPr>
          <p:cNvPr id="23" name="Picture 22" descr="Zoom | PortfolioSolutions">
            <a:extLst>
              <a:ext uri="{FF2B5EF4-FFF2-40B4-BE49-F238E27FC236}">
                <a16:creationId xmlns:a16="http://schemas.microsoft.com/office/drawing/2014/main" id="{64B9913F-D0A2-9F40-956E-A39E207B3D74}"/>
              </a:ext>
            </a:extLst>
          </p:cNvPr>
          <p:cNvPicPr>
            <a:picLocks noChangeAspect="1" noChangeArrowheads="1"/>
          </p:cNvPicPr>
          <p:nvPr/>
        </p:nvPicPr>
        <p:blipFill rotWithShape="1">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l="23300" t="9629" r="24666" b="16390"/>
          <a:stretch/>
        </p:blipFill>
        <p:spPr bwMode="auto">
          <a:xfrm>
            <a:off x="8362787" y="3607007"/>
            <a:ext cx="689344" cy="896148"/>
          </a:xfrm>
          <a:prstGeom prst="rect">
            <a:avLst/>
          </a:prstGeom>
          <a:noFill/>
          <a:extLst>
            <a:ext uri="{909E8E84-426E-40DD-AFC4-6F175D3DCCD1}">
              <a14:hiddenFill xmlns:a14="http://schemas.microsoft.com/office/drawing/2010/main">
                <a:solidFill>
                  <a:srgbClr val="FFFFFF"/>
                </a:solidFill>
              </a14:hiddenFill>
            </a:ext>
          </a:extLst>
        </p:spPr>
      </p:pic>
      <p:sp>
        <p:nvSpPr>
          <p:cNvPr id="24" name="TextBox 23">
            <a:extLst>
              <a:ext uri="{FF2B5EF4-FFF2-40B4-BE49-F238E27FC236}">
                <a16:creationId xmlns:a16="http://schemas.microsoft.com/office/drawing/2014/main" id="{87DC7652-63E1-794E-951E-6FC0A89975BF}"/>
              </a:ext>
            </a:extLst>
          </p:cNvPr>
          <p:cNvSpPr txBox="1"/>
          <p:nvPr/>
        </p:nvSpPr>
        <p:spPr>
          <a:xfrm>
            <a:off x="1430215" y="4630615"/>
            <a:ext cx="3997570" cy="1938992"/>
          </a:xfrm>
          <a:prstGeom prst="rect">
            <a:avLst/>
          </a:prstGeom>
          <a:noFill/>
        </p:spPr>
        <p:txBody>
          <a:bodyPr wrap="square" rtlCol="0">
            <a:spAutoFit/>
          </a:bodyPr>
          <a:lstStyle/>
          <a:p>
            <a:pPr algn="ctr"/>
            <a:r>
              <a:rPr lang="en-US" sz="3600" b="1" dirty="0"/>
              <a:t>Webinar-style</a:t>
            </a:r>
          </a:p>
          <a:p>
            <a:pPr algn="ctr"/>
            <a:r>
              <a:rPr lang="en-US" sz="2800" dirty="0"/>
              <a:t>100+ participants</a:t>
            </a:r>
          </a:p>
          <a:p>
            <a:pPr algn="ctr"/>
            <a:r>
              <a:rPr lang="en-US" sz="2800" dirty="0"/>
              <a:t>Mic off</a:t>
            </a:r>
          </a:p>
          <a:p>
            <a:pPr algn="ctr"/>
            <a:r>
              <a:rPr lang="en-US" sz="2800" dirty="0"/>
              <a:t>Camera off</a:t>
            </a:r>
          </a:p>
        </p:txBody>
      </p:sp>
      <p:sp>
        <p:nvSpPr>
          <p:cNvPr id="25" name="TextBox 24">
            <a:extLst>
              <a:ext uri="{FF2B5EF4-FFF2-40B4-BE49-F238E27FC236}">
                <a16:creationId xmlns:a16="http://schemas.microsoft.com/office/drawing/2014/main" id="{0DAE76AC-FEC9-A44C-98B8-718BEFF73763}"/>
              </a:ext>
            </a:extLst>
          </p:cNvPr>
          <p:cNvSpPr txBox="1"/>
          <p:nvPr/>
        </p:nvSpPr>
        <p:spPr>
          <a:xfrm>
            <a:off x="6019330" y="4630615"/>
            <a:ext cx="3997570" cy="2369880"/>
          </a:xfrm>
          <a:prstGeom prst="rect">
            <a:avLst/>
          </a:prstGeom>
          <a:noFill/>
        </p:spPr>
        <p:txBody>
          <a:bodyPr wrap="square" rtlCol="0">
            <a:spAutoFit/>
          </a:bodyPr>
          <a:lstStyle/>
          <a:p>
            <a:pPr algn="ctr"/>
            <a:r>
              <a:rPr lang="en-US" sz="3600" b="1" dirty="0"/>
              <a:t>Meeting-style</a:t>
            </a:r>
          </a:p>
          <a:p>
            <a:pPr algn="ctr"/>
            <a:r>
              <a:rPr lang="en-US" sz="2800" dirty="0"/>
              <a:t>10-15 participants / room</a:t>
            </a:r>
          </a:p>
          <a:p>
            <a:pPr algn="ctr"/>
            <a:r>
              <a:rPr lang="en-US" sz="2800" dirty="0"/>
              <a:t>Mic on</a:t>
            </a:r>
          </a:p>
          <a:p>
            <a:pPr algn="ctr"/>
            <a:r>
              <a:rPr lang="en-US" sz="2800" dirty="0"/>
              <a:t>Camera optional</a:t>
            </a:r>
          </a:p>
          <a:p>
            <a:pPr algn="ctr"/>
            <a:endParaRPr lang="en-US" sz="2800" dirty="0"/>
          </a:p>
        </p:txBody>
      </p:sp>
    </p:spTree>
    <p:extLst>
      <p:ext uri="{BB962C8B-B14F-4D97-AF65-F5344CB8AC3E}">
        <p14:creationId xmlns:p14="http://schemas.microsoft.com/office/powerpoint/2010/main" val="344874484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F035BD27-B836-9AEF-5D58-22C69EE7C369}"/>
              </a:ext>
            </a:extLst>
          </p:cNvPr>
          <p:cNvPicPr>
            <a:picLocks noChangeAspect="1"/>
          </p:cNvPicPr>
          <p:nvPr/>
        </p:nvPicPr>
        <p:blipFill>
          <a:blip r:embed="rId3"/>
          <a:stretch>
            <a:fillRect/>
          </a:stretch>
        </p:blipFill>
        <p:spPr>
          <a:xfrm>
            <a:off x="326136" y="385816"/>
            <a:ext cx="11771376" cy="6297032"/>
          </a:xfrm>
          <a:prstGeom prst="rect">
            <a:avLst/>
          </a:prstGeom>
        </p:spPr>
      </p:pic>
      <p:pic>
        <p:nvPicPr>
          <p:cNvPr id="6" name="Picture 5">
            <a:extLst>
              <a:ext uri="{FF2B5EF4-FFF2-40B4-BE49-F238E27FC236}">
                <a16:creationId xmlns:a16="http://schemas.microsoft.com/office/drawing/2014/main" id="{F087D116-5DD5-1F14-856F-0BDB0E76764E}"/>
              </a:ext>
            </a:extLst>
          </p:cNvPr>
          <p:cNvPicPr>
            <a:picLocks noChangeAspect="1"/>
          </p:cNvPicPr>
          <p:nvPr/>
        </p:nvPicPr>
        <p:blipFill>
          <a:blip r:embed="rId4"/>
          <a:stretch>
            <a:fillRect/>
          </a:stretch>
        </p:blipFill>
        <p:spPr>
          <a:xfrm>
            <a:off x="893064" y="1106218"/>
            <a:ext cx="7772400" cy="4371244"/>
          </a:xfrm>
          <a:prstGeom prst="rect">
            <a:avLst/>
          </a:prstGeom>
        </p:spPr>
      </p:pic>
      <p:sp>
        <p:nvSpPr>
          <p:cNvPr id="7" name="Down Arrow 6">
            <a:extLst>
              <a:ext uri="{FF2B5EF4-FFF2-40B4-BE49-F238E27FC236}">
                <a16:creationId xmlns:a16="http://schemas.microsoft.com/office/drawing/2014/main" id="{D1B0C883-5F3C-08E2-6366-9BC5CCB65F7D}"/>
              </a:ext>
            </a:extLst>
          </p:cNvPr>
          <p:cNvSpPr/>
          <p:nvPr/>
        </p:nvSpPr>
        <p:spPr>
          <a:xfrm>
            <a:off x="3401568" y="3867912"/>
            <a:ext cx="393192" cy="1710134"/>
          </a:xfrm>
          <a:prstGeom prst="downArrow">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4487238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4F0476-586A-AC47-971A-1F2B4CDD5664}"/>
              </a:ext>
            </a:extLst>
          </p:cNvPr>
          <p:cNvSpPr>
            <a:spLocks noGrp="1"/>
          </p:cNvSpPr>
          <p:nvPr>
            <p:ph type="title"/>
          </p:nvPr>
        </p:nvSpPr>
        <p:spPr/>
        <p:txBody>
          <a:bodyPr/>
          <a:lstStyle/>
          <a:p>
            <a:r>
              <a:rPr lang="en-US" dirty="0"/>
              <a:t>Chat window</a:t>
            </a:r>
          </a:p>
        </p:txBody>
      </p:sp>
      <p:pic>
        <p:nvPicPr>
          <p:cNvPr id="4" name="Picture 3">
            <a:extLst>
              <a:ext uri="{FF2B5EF4-FFF2-40B4-BE49-F238E27FC236}">
                <a16:creationId xmlns:a16="http://schemas.microsoft.com/office/drawing/2014/main" id="{643D2629-3E39-0641-D2F9-79A715628C0E}"/>
              </a:ext>
            </a:extLst>
          </p:cNvPr>
          <p:cNvPicPr>
            <a:picLocks noChangeAspect="1"/>
          </p:cNvPicPr>
          <p:nvPr/>
        </p:nvPicPr>
        <p:blipFill>
          <a:blip r:embed="rId3"/>
          <a:stretch>
            <a:fillRect/>
          </a:stretch>
        </p:blipFill>
        <p:spPr>
          <a:xfrm>
            <a:off x="3180216" y="1295146"/>
            <a:ext cx="5407895" cy="5059934"/>
          </a:xfrm>
          <a:prstGeom prst="rect">
            <a:avLst/>
          </a:prstGeom>
        </p:spPr>
      </p:pic>
    </p:spTree>
    <p:extLst>
      <p:ext uri="{BB962C8B-B14F-4D97-AF65-F5344CB8AC3E}">
        <p14:creationId xmlns:p14="http://schemas.microsoft.com/office/powerpoint/2010/main" val="123037410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E1AA3D-CC1E-C74E-A634-995E791A2433}"/>
              </a:ext>
            </a:extLst>
          </p:cNvPr>
          <p:cNvSpPr>
            <a:spLocks noGrp="1"/>
          </p:cNvSpPr>
          <p:nvPr>
            <p:ph type="title"/>
          </p:nvPr>
        </p:nvSpPr>
        <p:spPr>
          <a:xfrm>
            <a:off x="1024128" y="585216"/>
            <a:ext cx="9720072" cy="1499616"/>
          </a:xfrm>
        </p:spPr>
        <p:txBody>
          <a:bodyPr/>
          <a:lstStyle/>
          <a:p>
            <a:r>
              <a:rPr lang="en-US" dirty="0"/>
              <a:t>Your Turn #1</a:t>
            </a:r>
          </a:p>
        </p:txBody>
      </p:sp>
      <p:sp>
        <p:nvSpPr>
          <p:cNvPr id="3" name="Text Placeholder 2">
            <a:extLst>
              <a:ext uri="{FF2B5EF4-FFF2-40B4-BE49-F238E27FC236}">
                <a16:creationId xmlns:a16="http://schemas.microsoft.com/office/drawing/2014/main" id="{EE19BCF9-CEA1-7D4C-9B3A-71C9D9023AEA}"/>
              </a:ext>
            </a:extLst>
          </p:cNvPr>
          <p:cNvSpPr>
            <a:spLocks noGrp="1"/>
          </p:cNvSpPr>
          <p:nvPr>
            <p:ph type="body" sz="quarter" idx="13"/>
          </p:nvPr>
        </p:nvSpPr>
        <p:spPr>
          <a:xfrm>
            <a:off x="935665" y="1924493"/>
            <a:ext cx="9932963" cy="4933507"/>
          </a:xfrm>
        </p:spPr>
        <p:txBody>
          <a:bodyPr>
            <a:normAutofit/>
          </a:bodyPr>
          <a:lstStyle/>
          <a:p>
            <a:pPr marL="0" indent="0">
              <a:buNone/>
            </a:pPr>
            <a:r>
              <a:rPr lang="en-US" sz="4400" dirty="0"/>
              <a:t>Write your location (city, country) in the Chat window.</a:t>
            </a:r>
          </a:p>
        </p:txBody>
      </p:sp>
    </p:spTree>
    <p:extLst>
      <p:ext uri="{BB962C8B-B14F-4D97-AF65-F5344CB8AC3E}">
        <p14:creationId xmlns:p14="http://schemas.microsoft.com/office/powerpoint/2010/main" val="374814992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C3606C-BC3C-DA46-952C-6A430CD04159}"/>
              </a:ext>
            </a:extLst>
          </p:cNvPr>
          <p:cNvSpPr>
            <a:spLocks noGrp="1"/>
          </p:cNvSpPr>
          <p:nvPr>
            <p:ph type="title"/>
          </p:nvPr>
        </p:nvSpPr>
        <p:spPr>
          <a:xfrm>
            <a:off x="502443" y="2752468"/>
            <a:ext cx="11187112" cy="1463040"/>
          </a:xfrm>
        </p:spPr>
        <p:txBody>
          <a:bodyPr/>
          <a:lstStyle/>
          <a:p>
            <a:r>
              <a:rPr lang="en-US" dirty="0">
                <a:latin typeface="+mn-lt"/>
              </a:rPr>
              <a:t>Orientation to the Course</a:t>
            </a:r>
          </a:p>
        </p:txBody>
      </p:sp>
    </p:spTree>
    <p:extLst>
      <p:ext uri="{BB962C8B-B14F-4D97-AF65-F5344CB8AC3E}">
        <p14:creationId xmlns:p14="http://schemas.microsoft.com/office/powerpoint/2010/main" val="289846330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E9A259-81A2-9A40-B915-E2D41DB2ABCF}"/>
              </a:ext>
            </a:extLst>
          </p:cNvPr>
          <p:cNvSpPr>
            <a:spLocks noGrp="1"/>
          </p:cNvSpPr>
          <p:nvPr>
            <p:ph type="title"/>
          </p:nvPr>
        </p:nvSpPr>
        <p:spPr/>
        <p:txBody>
          <a:bodyPr/>
          <a:lstStyle/>
          <a:p>
            <a:r>
              <a:rPr lang="en-US" dirty="0"/>
              <a:t>The Data Analysis Pipeline</a:t>
            </a:r>
          </a:p>
        </p:txBody>
      </p:sp>
      <p:pic>
        <p:nvPicPr>
          <p:cNvPr id="53" name="Picture 52">
            <a:extLst>
              <a:ext uri="{FF2B5EF4-FFF2-40B4-BE49-F238E27FC236}">
                <a16:creationId xmlns:a16="http://schemas.microsoft.com/office/drawing/2014/main" id="{FC125A00-3F05-AFC9-20D9-9CF92A4E77B1}"/>
              </a:ext>
            </a:extLst>
          </p:cNvPr>
          <p:cNvPicPr>
            <a:picLocks noChangeAspect="1"/>
          </p:cNvPicPr>
          <p:nvPr/>
        </p:nvPicPr>
        <p:blipFill>
          <a:blip r:embed="rId3"/>
          <a:stretch>
            <a:fillRect/>
          </a:stretch>
        </p:blipFill>
        <p:spPr>
          <a:xfrm>
            <a:off x="-165332" y="2314389"/>
            <a:ext cx="12098992" cy="3357790"/>
          </a:xfrm>
          <a:prstGeom prst="rect">
            <a:avLst/>
          </a:prstGeom>
        </p:spPr>
      </p:pic>
    </p:spTree>
    <p:extLst>
      <p:ext uri="{BB962C8B-B14F-4D97-AF65-F5344CB8AC3E}">
        <p14:creationId xmlns:p14="http://schemas.microsoft.com/office/powerpoint/2010/main" val="404196165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CC849B-511D-A846-9EB8-B2ED4EDB1F08}"/>
              </a:ext>
            </a:extLst>
          </p:cNvPr>
          <p:cNvSpPr>
            <a:spLocks noGrp="1"/>
          </p:cNvSpPr>
          <p:nvPr>
            <p:ph type="title"/>
          </p:nvPr>
        </p:nvSpPr>
        <p:spPr/>
        <p:txBody>
          <a:bodyPr/>
          <a:lstStyle/>
          <a:p>
            <a:r>
              <a:rPr lang="en-US" dirty="0"/>
              <a:t>Lecture slides</a:t>
            </a:r>
          </a:p>
        </p:txBody>
      </p:sp>
      <p:pic>
        <p:nvPicPr>
          <p:cNvPr id="3" name="Picture 2">
            <a:extLst>
              <a:ext uri="{FF2B5EF4-FFF2-40B4-BE49-F238E27FC236}">
                <a16:creationId xmlns:a16="http://schemas.microsoft.com/office/drawing/2014/main" id="{12B14F2E-5E06-F94B-B8F5-9D6A244ABCF2}"/>
              </a:ext>
            </a:extLst>
          </p:cNvPr>
          <p:cNvPicPr>
            <a:picLocks noChangeAspect="1"/>
          </p:cNvPicPr>
          <p:nvPr/>
        </p:nvPicPr>
        <p:blipFill>
          <a:blip r:embed="rId3"/>
          <a:stretch>
            <a:fillRect/>
          </a:stretch>
        </p:blipFill>
        <p:spPr>
          <a:xfrm>
            <a:off x="1969625" y="1521347"/>
            <a:ext cx="8252749" cy="4642171"/>
          </a:xfrm>
          <a:prstGeom prst="rect">
            <a:avLst/>
          </a:prstGeom>
          <a:ln>
            <a:solidFill>
              <a:schemeClr val="tx1"/>
            </a:solid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136926565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CC849B-511D-A846-9EB8-B2ED4EDB1F08}"/>
              </a:ext>
            </a:extLst>
          </p:cNvPr>
          <p:cNvSpPr>
            <a:spLocks noGrp="1"/>
          </p:cNvSpPr>
          <p:nvPr>
            <p:ph type="title"/>
          </p:nvPr>
        </p:nvSpPr>
        <p:spPr/>
        <p:txBody>
          <a:bodyPr/>
          <a:lstStyle/>
          <a:p>
            <a:r>
              <a:rPr lang="en-US" dirty="0"/>
              <a:t>Timed interactive coding exercises</a:t>
            </a:r>
          </a:p>
        </p:txBody>
      </p:sp>
      <p:pic>
        <p:nvPicPr>
          <p:cNvPr id="3" name="Picture 2">
            <a:extLst>
              <a:ext uri="{FF2B5EF4-FFF2-40B4-BE49-F238E27FC236}">
                <a16:creationId xmlns:a16="http://schemas.microsoft.com/office/drawing/2014/main" id="{8737A082-3658-C86A-87D8-2A3B883C03CA}"/>
              </a:ext>
            </a:extLst>
          </p:cNvPr>
          <p:cNvPicPr>
            <a:picLocks noChangeAspect="1"/>
          </p:cNvPicPr>
          <p:nvPr/>
        </p:nvPicPr>
        <p:blipFill>
          <a:blip r:embed="rId3"/>
          <a:stretch>
            <a:fillRect/>
          </a:stretch>
        </p:blipFill>
        <p:spPr>
          <a:xfrm>
            <a:off x="1024128" y="2457450"/>
            <a:ext cx="4640580" cy="2610326"/>
          </a:xfrm>
          <a:prstGeom prst="rect">
            <a:avLst/>
          </a:prstGeom>
          <a:ln>
            <a:solidFill>
              <a:schemeClr val="tx1"/>
            </a:solidFill>
          </a:ln>
          <a:effectLst>
            <a:outerShdw blurRad="50800" dist="38100" dir="8100000" algn="tr" rotWithShape="0">
              <a:prstClr val="black">
                <a:alpha val="40000"/>
              </a:prstClr>
            </a:outerShdw>
          </a:effectLst>
        </p:spPr>
      </p:pic>
      <p:pic>
        <p:nvPicPr>
          <p:cNvPr id="7" name="Picture 6">
            <a:extLst>
              <a:ext uri="{FF2B5EF4-FFF2-40B4-BE49-F238E27FC236}">
                <a16:creationId xmlns:a16="http://schemas.microsoft.com/office/drawing/2014/main" id="{E4C4C4D5-6299-3084-89E3-165418E0BB22}"/>
              </a:ext>
            </a:extLst>
          </p:cNvPr>
          <p:cNvPicPr>
            <a:picLocks noChangeAspect="1"/>
          </p:cNvPicPr>
          <p:nvPr/>
        </p:nvPicPr>
        <p:blipFill>
          <a:blip r:embed="rId4"/>
          <a:stretch>
            <a:fillRect/>
          </a:stretch>
        </p:blipFill>
        <p:spPr>
          <a:xfrm>
            <a:off x="6096000" y="1696735"/>
            <a:ext cx="5754869" cy="4576049"/>
          </a:xfrm>
          <a:prstGeom prst="rect">
            <a:avLst/>
          </a:prstGeom>
        </p:spPr>
      </p:pic>
    </p:spTree>
    <p:extLst>
      <p:ext uri="{BB962C8B-B14F-4D97-AF65-F5344CB8AC3E}">
        <p14:creationId xmlns:p14="http://schemas.microsoft.com/office/powerpoint/2010/main" val="143423222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00F869-9F37-7C47-92B0-3961ADC01D86}"/>
              </a:ext>
            </a:extLst>
          </p:cNvPr>
          <p:cNvSpPr>
            <a:spLocks noGrp="1"/>
          </p:cNvSpPr>
          <p:nvPr>
            <p:ph type="title"/>
          </p:nvPr>
        </p:nvSpPr>
        <p:spPr/>
        <p:txBody>
          <a:bodyPr/>
          <a:lstStyle/>
          <a:p>
            <a:r>
              <a:rPr lang="en-US" dirty="0"/>
              <a:t>Code of Conduct</a:t>
            </a:r>
          </a:p>
        </p:txBody>
      </p:sp>
      <p:sp>
        <p:nvSpPr>
          <p:cNvPr id="3" name="Content Placeholder 2">
            <a:extLst>
              <a:ext uri="{FF2B5EF4-FFF2-40B4-BE49-F238E27FC236}">
                <a16:creationId xmlns:a16="http://schemas.microsoft.com/office/drawing/2014/main" id="{881D2027-F717-C04C-B3F2-8401B7D7A4FC}"/>
              </a:ext>
            </a:extLst>
          </p:cNvPr>
          <p:cNvSpPr>
            <a:spLocks noGrp="1"/>
          </p:cNvSpPr>
          <p:nvPr>
            <p:ph idx="1"/>
          </p:nvPr>
        </p:nvSpPr>
        <p:spPr>
          <a:xfrm>
            <a:off x="1024128" y="5772150"/>
            <a:ext cx="9720073" cy="537210"/>
          </a:xfrm>
        </p:spPr>
        <p:txBody>
          <a:bodyPr>
            <a:noAutofit/>
          </a:bodyPr>
          <a:lstStyle/>
          <a:p>
            <a:pPr algn="ctr"/>
            <a:r>
              <a:rPr lang="en-US" sz="2400" u="sng" dirty="0">
                <a:hlinkClick r:id="rId3"/>
              </a:rPr>
              <a:t>https://events.linuxfoundation.org/r-medicine/attend/code-of-conduct/</a:t>
            </a:r>
            <a:endParaRPr lang="en-US" sz="2400" dirty="0"/>
          </a:p>
        </p:txBody>
      </p:sp>
      <p:grpSp>
        <p:nvGrpSpPr>
          <p:cNvPr id="10" name="Group 9">
            <a:extLst>
              <a:ext uri="{FF2B5EF4-FFF2-40B4-BE49-F238E27FC236}">
                <a16:creationId xmlns:a16="http://schemas.microsoft.com/office/drawing/2014/main" id="{6448A118-301A-064F-9B07-97BC39BBF009}"/>
              </a:ext>
            </a:extLst>
          </p:cNvPr>
          <p:cNvGrpSpPr/>
          <p:nvPr/>
        </p:nvGrpSpPr>
        <p:grpSpPr>
          <a:xfrm>
            <a:off x="1855588" y="1857022"/>
            <a:ext cx="3143956" cy="3143956"/>
            <a:chOff x="1855588" y="1857022"/>
            <a:chExt cx="3143956" cy="3143956"/>
          </a:xfrm>
        </p:grpSpPr>
        <p:sp>
          <p:nvSpPr>
            <p:cNvPr id="7" name="&quot;No&quot; Symbol 6">
              <a:extLst>
                <a:ext uri="{FF2B5EF4-FFF2-40B4-BE49-F238E27FC236}">
                  <a16:creationId xmlns:a16="http://schemas.microsoft.com/office/drawing/2014/main" id="{B62C004A-1D1F-F148-B085-BAE5DC0EFD6E}"/>
                </a:ext>
              </a:extLst>
            </p:cNvPr>
            <p:cNvSpPr/>
            <p:nvPr/>
          </p:nvSpPr>
          <p:spPr>
            <a:xfrm>
              <a:off x="1855588" y="1857022"/>
              <a:ext cx="3143956" cy="3143956"/>
            </a:xfrm>
            <a:prstGeom prst="noSmoking">
              <a:avLst>
                <a:gd name="adj" fmla="val 9731"/>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4" name="TextBox 3">
              <a:extLst>
                <a:ext uri="{FF2B5EF4-FFF2-40B4-BE49-F238E27FC236}">
                  <a16:creationId xmlns:a16="http://schemas.microsoft.com/office/drawing/2014/main" id="{1365576C-E8BA-4846-8770-E5BD3F03C9BE}"/>
                </a:ext>
              </a:extLst>
            </p:cNvPr>
            <p:cNvSpPr txBox="1"/>
            <p:nvPr/>
          </p:nvSpPr>
          <p:spPr>
            <a:xfrm>
              <a:off x="2279495" y="3105834"/>
              <a:ext cx="2296141" cy="646331"/>
            </a:xfrm>
            <a:prstGeom prst="rect">
              <a:avLst/>
            </a:prstGeom>
            <a:noFill/>
          </p:spPr>
          <p:txBody>
            <a:bodyPr wrap="none" rtlCol="0">
              <a:spAutoFit/>
            </a:bodyPr>
            <a:lstStyle/>
            <a:p>
              <a:r>
                <a:rPr lang="en-US" sz="3600" dirty="0"/>
                <a:t>Harassment</a:t>
              </a:r>
              <a:endParaRPr lang="en-US" sz="1400" dirty="0"/>
            </a:p>
          </p:txBody>
        </p:sp>
      </p:grpSp>
      <p:grpSp>
        <p:nvGrpSpPr>
          <p:cNvPr id="11" name="Group 10">
            <a:extLst>
              <a:ext uri="{FF2B5EF4-FFF2-40B4-BE49-F238E27FC236}">
                <a16:creationId xmlns:a16="http://schemas.microsoft.com/office/drawing/2014/main" id="{8F2FCD45-E589-C644-BA2E-F00765668F2C}"/>
              </a:ext>
            </a:extLst>
          </p:cNvPr>
          <p:cNvGrpSpPr/>
          <p:nvPr/>
        </p:nvGrpSpPr>
        <p:grpSpPr>
          <a:xfrm>
            <a:off x="6825351" y="1857022"/>
            <a:ext cx="3143956" cy="3143956"/>
            <a:chOff x="6825351" y="1857022"/>
            <a:chExt cx="3143956" cy="3143956"/>
          </a:xfrm>
        </p:grpSpPr>
        <p:sp>
          <p:nvSpPr>
            <p:cNvPr id="9" name="&quot;No&quot; Symbol 8">
              <a:extLst>
                <a:ext uri="{FF2B5EF4-FFF2-40B4-BE49-F238E27FC236}">
                  <a16:creationId xmlns:a16="http://schemas.microsoft.com/office/drawing/2014/main" id="{FA199E2E-B93B-5941-82CA-BB44B9F5EBAF}"/>
                </a:ext>
              </a:extLst>
            </p:cNvPr>
            <p:cNvSpPr/>
            <p:nvPr/>
          </p:nvSpPr>
          <p:spPr>
            <a:xfrm>
              <a:off x="6825351" y="1857022"/>
              <a:ext cx="3143956" cy="3143956"/>
            </a:xfrm>
            <a:prstGeom prst="noSmoking">
              <a:avLst>
                <a:gd name="adj" fmla="val 9731"/>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5" name="TextBox 4">
              <a:extLst>
                <a:ext uri="{FF2B5EF4-FFF2-40B4-BE49-F238E27FC236}">
                  <a16:creationId xmlns:a16="http://schemas.microsoft.com/office/drawing/2014/main" id="{914A4C20-4646-4E46-8823-29DB561FB412}"/>
                </a:ext>
              </a:extLst>
            </p:cNvPr>
            <p:cNvSpPr txBox="1"/>
            <p:nvPr/>
          </p:nvSpPr>
          <p:spPr>
            <a:xfrm>
              <a:off x="7160291" y="2551836"/>
              <a:ext cx="2474075" cy="1754326"/>
            </a:xfrm>
            <a:prstGeom prst="rect">
              <a:avLst/>
            </a:prstGeom>
            <a:noFill/>
          </p:spPr>
          <p:txBody>
            <a:bodyPr wrap="none" rtlCol="0">
              <a:spAutoFit/>
            </a:bodyPr>
            <a:lstStyle/>
            <a:p>
              <a:pPr algn="ctr"/>
              <a:r>
                <a:rPr lang="en-US" sz="3600" dirty="0"/>
                <a:t>Screenshots</a:t>
              </a:r>
            </a:p>
            <a:p>
              <a:pPr algn="ctr"/>
              <a:r>
                <a:rPr lang="en-US" sz="3600" dirty="0"/>
                <a:t>Recordings</a:t>
              </a:r>
            </a:p>
            <a:p>
              <a:pPr algn="ctr"/>
              <a:r>
                <a:rPr lang="en-US" sz="3600" dirty="0"/>
                <a:t>Photographs</a:t>
              </a:r>
              <a:endParaRPr lang="en-US" sz="1400" dirty="0"/>
            </a:p>
          </p:txBody>
        </p:sp>
      </p:grpSp>
    </p:spTree>
    <p:extLst>
      <p:ext uri="{BB962C8B-B14F-4D97-AF65-F5344CB8AC3E}">
        <p14:creationId xmlns:p14="http://schemas.microsoft.com/office/powerpoint/2010/main" val="11325273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316109-873F-4849-971F-D3487A3D658A}"/>
              </a:ext>
            </a:extLst>
          </p:cNvPr>
          <p:cNvSpPr>
            <a:spLocks noGrp="1"/>
          </p:cNvSpPr>
          <p:nvPr>
            <p:ph type="title"/>
          </p:nvPr>
        </p:nvSpPr>
        <p:spPr/>
        <p:txBody>
          <a:bodyPr/>
          <a:lstStyle/>
          <a:p>
            <a:r>
              <a:rPr lang="en-US" dirty="0"/>
              <a:t>Your Turn #2</a:t>
            </a:r>
          </a:p>
        </p:txBody>
      </p:sp>
      <p:sp>
        <p:nvSpPr>
          <p:cNvPr id="3" name="Text Placeholder 2">
            <a:extLst>
              <a:ext uri="{FF2B5EF4-FFF2-40B4-BE49-F238E27FC236}">
                <a16:creationId xmlns:a16="http://schemas.microsoft.com/office/drawing/2014/main" id="{5977D705-4666-234A-ABA0-F72749C264ED}"/>
              </a:ext>
            </a:extLst>
          </p:cNvPr>
          <p:cNvSpPr>
            <a:spLocks noGrp="1"/>
          </p:cNvSpPr>
          <p:nvPr>
            <p:ph type="body" sz="quarter" idx="13"/>
          </p:nvPr>
        </p:nvSpPr>
        <p:spPr>
          <a:xfrm>
            <a:off x="1024128" y="2238375"/>
            <a:ext cx="9720072" cy="4034409"/>
          </a:xfrm>
        </p:spPr>
        <p:txBody>
          <a:bodyPr>
            <a:normAutofit/>
          </a:bodyPr>
          <a:lstStyle/>
          <a:p>
            <a:pPr marL="0" indent="0">
              <a:buNone/>
            </a:pPr>
            <a:r>
              <a:rPr lang="en-US" sz="4400" dirty="0"/>
              <a:t>Meet and greet! We will send you into breakout rooms, where you will have </a:t>
            </a:r>
            <a:r>
              <a:rPr lang="en-US" sz="4400" b="1" dirty="0"/>
              <a:t>5 minutes</a:t>
            </a:r>
            <a:r>
              <a:rPr lang="en-US" sz="4400" dirty="0"/>
              <a:t> to meet 10-15 of your fellow participants.</a:t>
            </a:r>
          </a:p>
        </p:txBody>
      </p:sp>
    </p:spTree>
    <p:extLst>
      <p:ext uri="{BB962C8B-B14F-4D97-AF65-F5344CB8AC3E}">
        <p14:creationId xmlns:p14="http://schemas.microsoft.com/office/powerpoint/2010/main" val="2413176362"/>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ntegral">
  <a:themeElements>
    <a:clrScheme name="Integral">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B9F25"/>
      </a:hlink>
      <a:folHlink>
        <a:srgbClr val="B26B02"/>
      </a:folHlink>
    </a:clrScheme>
    <a:fontScheme name="Integral">
      <a:majorFont>
        <a:latin typeface="Tw Cen MT Condensed" panose="020B06060201040202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panose="020B06020201040206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Integral">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solidFill>
          <a:schemeClr val="phClr">
            <a:tint val="95000"/>
            <a:shade val="85000"/>
            <a:satMod val="125000"/>
          </a:schemeClr>
        </a:solidFill>
        <a:blipFill rotWithShape="1">
          <a:blip xmlns:r="http://schemas.openxmlformats.org/officeDocument/2006/relationships" r:embed="rId1">
            <a:duotone>
              <a:schemeClr val="phClr">
                <a:tint val="95000"/>
                <a:shade val="74000"/>
                <a:satMod val="230000"/>
              </a:schemeClr>
              <a:schemeClr val="phClr">
                <a:tint val="92000"/>
                <a:shade val="69000"/>
                <a:satMod val="250000"/>
              </a:schemeClr>
            </a:duotone>
          </a:blip>
          <a:tile tx="0" ty="0" sx="40000" sy="40000" flip="none" algn="tl"/>
        </a:blipFill>
      </a:bgFillStyleLst>
    </a:fmtScheme>
  </a:themeElements>
  <a:objectDefaults/>
  <a:extraClrSchemeLst/>
  <a:extLst>
    <a:ext uri="{05A4C25C-085E-4340-85A3-A5531E510DB2}">
      <thm15:themeFamily xmlns:thm15="http://schemas.microsoft.com/office/thememl/2012/main" name="Integral" id="{3577F8C9-A904-41D8-97D2-FD898F53F20E}" vid="{682D6EBE-8D36-4FF2-9DB3-F3D8D7B6715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12624</TotalTime>
  <Words>993</Words>
  <Application>Microsoft Macintosh PowerPoint</Application>
  <PresentationFormat>Widescreen</PresentationFormat>
  <Paragraphs>89</Paragraphs>
  <Slides>15</Slides>
  <Notes>15</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15</vt:i4>
      </vt:variant>
    </vt:vector>
  </HeadingPairs>
  <TitlesOfParts>
    <vt:vector size="22" baseType="lpstr">
      <vt:lpstr>Calibri</vt:lpstr>
      <vt:lpstr>Marker Felt Thin</vt:lpstr>
      <vt:lpstr>Tw Cen MT</vt:lpstr>
      <vt:lpstr>Tw Cen MT Condensed</vt:lpstr>
      <vt:lpstr>Wingdings</vt:lpstr>
      <vt:lpstr>Wingdings 3</vt:lpstr>
      <vt:lpstr>Integral</vt:lpstr>
      <vt:lpstr>Welcome to R/Medicine 101: Intro to R for Clinical Data</vt:lpstr>
      <vt:lpstr>PowerPoint Presentation</vt:lpstr>
      <vt:lpstr>PowerPoint Presentation</vt:lpstr>
      <vt:lpstr>Introducing the TAs!</vt:lpstr>
      <vt:lpstr>Orientation to the Technology</vt:lpstr>
      <vt:lpstr>Main session   vs   Breakout rooms</vt:lpstr>
      <vt:lpstr>PowerPoint Presentation</vt:lpstr>
      <vt:lpstr>Chat window</vt:lpstr>
      <vt:lpstr>Your Turn #1</vt:lpstr>
      <vt:lpstr>Orientation to the Course</vt:lpstr>
      <vt:lpstr>The Data Analysis Pipeline</vt:lpstr>
      <vt:lpstr>Lecture slides</vt:lpstr>
      <vt:lpstr>Timed interactive coding exercises</vt:lpstr>
      <vt:lpstr>Code of Conduct</vt:lpstr>
      <vt:lpstr>Your Turn #2</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Teaching Medical Doctors  Reproducible Clinical Data Analysis</dc:title>
  <dc:creator>Kadauke, Stephan,M.D.</dc:creator>
  <cp:lastModifiedBy>Hanna, Richard S</cp:lastModifiedBy>
  <cp:revision>608</cp:revision>
  <cp:lastPrinted>2019-02-19T22:36:37Z</cp:lastPrinted>
  <dcterms:created xsi:type="dcterms:W3CDTF">2018-02-01T22:00:01Z</dcterms:created>
  <dcterms:modified xsi:type="dcterms:W3CDTF">2026-03-20T14:04:11Z</dcterms:modified>
</cp:coreProperties>
</file>